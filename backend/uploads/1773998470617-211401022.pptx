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73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82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855061" y="5907506"/>
            <a:ext cx="2433320" cy="3476625"/>
          </a:xfrm>
          <a:custGeom>
            <a:avLst/>
            <a:gdLst/>
            <a:ahLst/>
            <a:cxnLst/>
            <a:rect l="l" t="t" r="r" b="b"/>
            <a:pathLst>
              <a:path w="2433319" h="3476625">
                <a:moveTo>
                  <a:pt x="1738249" y="0"/>
                </a:moveTo>
                <a:lnTo>
                  <a:pt x="0" y="1738312"/>
                </a:lnTo>
                <a:lnTo>
                  <a:pt x="1738249" y="3476621"/>
                </a:lnTo>
                <a:lnTo>
                  <a:pt x="2433001" y="2781896"/>
                </a:lnTo>
                <a:lnTo>
                  <a:pt x="2433001" y="694726"/>
                </a:lnTo>
                <a:lnTo>
                  <a:pt x="1738249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16815" y="8595246"/>
            <a:ext cx="2892425" cy="1692275"/>
          </a:xfrm>
          <a:custGeom>
            <a:avLst/>
            <a:gdLst/>
            <a:ahLst/>
            <a:cxnLst/>
            <a:rect l="l" t="t" r="r" b="b"/>
            <a:pathLst>
              <a:path w="2892425" h="1692275">
                <a:moveTo>
                  <a:pt x="1691749" y="0"/>
                </a:moveTo>
                <a:lnTo>
                  <a:pt x="0" y="1691752"/>
                </a:lnTo>
                <a:lnTo>
                  <a:pt x="2401118" y="1691752"/>
                </a:lnTo>
                <a:lnTo>
                  <a:pt x="2892304" y="1200564"/>
                </a:lnTo>
                <a:lnTo>
                  <a:pt x="1691749" y="0"/>
                </a:lnTo>
                <a:close/>
              </a:path>
            </a:pathLst>
          </a:custGeom>
          <a:solidFill>
            <a:srgbClr val="484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32495" y="8057502"/>
            <a:ext cx="2371725" cy="2230120"/>
          </a:xfrm>
          <a:custGeom>
            <a:avLst/>
            <a:gdLst/>
            <a:ahLst/>
            <a:cxnLst/>
            <a:rect l="l" t="t" r="r" b="b"/>
            <a:pathLst>
              <a:path w="2371725" h="2230120">
                <a:moveTo>
                  <a:pt x="1738312" y="0"/>
                </a:moveTo>
                <a:lnTo>
                  <a:pt x="0" y="1740808"/>
                </a:lnTo>
                <a:lnTo>
                  <a:pt x="490630" y="2229495"/>
                </a:lnTo>
                <a:lnTo>
                  <a:pt x="774412" y="2229495"/>
                </a:lnTo>
                <a:lnTo>
                  <a:pt x="2371115" y="632790"/>
                </a:lnTo>
                <a:lnTo>
                  <a:pt x="1738312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931144" y="8059522"/>
            <a:ext cx="1569720" cy="732155"/>
          </a:xfrm>
          <a:custGeom>
            <a:avLst/>
            <a:gdLst/>
            <a:ahLst/>
            <a:cxnLst/>
            <a:rect l="l" t="t" r="r" b="b"/>
            <a:pathLst>
              <a:path w="1569720" h="732154">
                <a:moveTo>
                  <a:pt x="612698" y="620547"/>
                </a:moveTo>
                <a:lnTo>
                  <a:pt x="610743" y="611378"/>
                </a:lnTo>
                <a:lnTo>
                  <a:pt x="606386" y="603364"/>
                </a:lnTo>
                <a:lnTo>
                  <a:pt x="605904" y="602475"/>
                </a:lnTo>
                <a:lnTo>
                  <a:pt x="588429" y="578739"/>
                </a:lnTo>
                <a:lnTo>
                  <a:pt x="572884" y="553529"/>
                </a:lnTo>
                <a:lnTo>
                  <a:pt x="561733" y="523113"/>
                </a:lnTo>
                <a:lnTo>
                  <a:pt x="557479" y="483743"/>
                </a:lnTo>
                <a:lnTo>
                  <a:pt x="557479" y="381444"/>
                </a:lnTo>
                <a:lnTo>
                  <a:pt x="557517" y="233553"/>
                </a:lnTo>
                <a:lnTo>
                  <a:pt x="555447" y="186944"/>
                </a:lnTo>
                <a:lnTo>
                  <a:pt x="547636" y="142214"/>
                </a:lnTo>
                <a:lnTo>
                  <a:pt x="544995" y="135826"/>
                </a:lnTo>
                <a:lnTo>
                  <a:pt x="530580" y="100939"/>
                </a:lnTo>
                <a:lnTo>
                  <a:pt x="500786" y="63728"/>
                </a:lnTo>
                <a:lnTo>
                  <a:pt x="458749" y="33870"/>
                </a:lnTo>
                <a:lnTo>
                  <a:pt x="409397" y="14173"/>
                </a:lnTo>
                <a:lnTo>
                  <a:pt x="377520" y="7518"/>
                </a:lnTo>
                <a:lnTo>
                  <a:pt x="377520" y="381444"/>
                </a:lnTo>
                <a:lnTo>
                  <a:pt x="377520" y="409003"/>
                </a:lnTo>
                <a:lnTo>
                  <a:pt x="377507" y="409219"/>
                </a:lnTo>
                <a:lnTo>
                  <a:pt x="377304" y="445058"/>
                </a:lnTo>
                <a:lnTo>
                  <a:pt x="367893" y="512038"/>
                </a:lnTo>
                <a:lnTo>
                  <a:pt x="336169" y="569404"/>
                </a:lnTo>
                <a:lnTo>
                  <a:pt x="291007" y="599338"/>
                </a:lnTo>
                <a:lnTo>
                  <a:pt x="264807" y="603364"/>
                </a:lnTo>
                <a:lnTo>
                  <a:pt x="231927" y="596658"/>
                </a:lnTo>
                <a:lnTo>
                  <a:pt x="207492" y="577710"/>
                </a:lnTo>
                <a:lnTo>
                  <a:pt x="192252" y="548347"/>
                </a:lnTo>
                <a:lnTo>
                  <a:pt x="187007" y="510374"/>
                </a:lnTo>
                <a:lnTo>
                  <a:pt x="194678" y="462953"/>
                </a:lnTo>
                <a:lnTo>
                  <a:pt x="215811" y="428472"/>
                </a:lnTo>
                <a:lnTo>
                  <a:pt x="247510" y="405015"/>
                </a:lnTo>
                <a:lnTo>
                  <a:pt x="286943" y="390639"/>
                </a:lnTo>
                <a:lnTo>
                  <a:pt x="331228" y="383425"/>
                </a:lnTo>
                <a:lnTo>
                  <a:pt x="377520" y="381444"/>
                </a:lnTo>
                <a:lnTo>
                  <a:pt x="377520" y="7518"/>
                </a:lnTo>
                <a:lnTo>
                  <a:pt x="357530" y="3327"/>
                </a:lnTo>
                <a:lnTo>
                  <a:pt x="307987" y="0"/>
                </a:lnTo>
                <a:lnTo>
                  <a:pt x="261848" y="2247"/>
                </a:lnTo>
                <a:lnTo>
                  <a:pt x="215798" y="9461"/>
                </a:lnTo>
                <a:lnTo>
                  <a:pt x="171284" y="22339"/>
                </a:lnTo>
                <a:lnTo>
                  <a:pt x="129730" y="41567"/>
                </a:lnTo>
                <a:lnTo>
                  <a:pt x="92544" y="67856"/>
                </a:lnTo>
                <a:lnTo>
                  <a:pt x="61163" y="101904"/>
                </a:lnTo>
                <a:lnTo>
                  <a:pt x="37020" y="144411"/>
                </a:lnTo>
                <a:lnTo>
                  <a:pt x="21539" y="196062"/>
                </a:lnTo>
                <a:lnTo>
                  <a:pt x="20358" y="202158"/>
                </a:lnTo>
                <a:lnTo>
                  <a:pt x="21742" y="208457"/>
                </a:lnTo>
                <a:lnTo>
                  <a:pt x="28943" y="218579"/>
                </a:lnTo>
                <a:lnTo>
                  <a:pt x="34442" y="221932"/>
                </a:lnTo>
                <a:lnTo>
                  <a:pt x="40589" y="222821"/>
                </a:lnTo>
                <a:lnTo>
                  <a:pt x="163741" y="236308"/>
                </a:lnTo>
                <a:lnTo>
                  <a:pt x="172161" y="233553"/>
                </a:lnTo>
                <a:lnTo>
                  <a:pt x="179082" y="228358"/>
                </a:lnTo>
                <a:lnTo>
                  <a:pt x="183997" y="221246"/>
                </a:lnTo>
                <a:lnTo>
                  <a:pt x="186423" y="212712"/>
                </a:lnTo>
                <a:lnTo>
                  <a:pt x="200152" y="178841"/>
                </a:lnTo>
                <a:lnTo>
                  <a:pt x="223634" y="154838"/>
                </a:lnTo>
                <a:lnTo>
                  <a:pt x="254279" y="140563"/>
                </a:lnTo>
                <a:lnTo>
                  <a:pt x="289509" y="135826"/>
                </a:lnTo>
                <a:lnTo>
                  <a:pt x="309740" y="137706"/>
                </a:lnTo>
                <a:lnTo>
                  <a:pt x="347294" y="153911"/>
                </a:lnTo>
                <a:lnTo>
                  <a:pt x="371386" y="190436"/>
                </a:lnTo>
                <a:lnTo>
                  <a:pt x="376847" y="234505"/>
                </a:lnTo>
                <a:lnTo>
                  <a:pt x="376948" y="278587"/>
                </a:lnTo>
                <a:lnTo>
                  <a:pt x="280085" y="289090"/>
                </a:lnTo>
                <a:lnTo>
                  <a:pt x="229489" y="296646"/>
                </a:lnTo>
                <a:lnTo>
                  <a:pt x="180682" y="307517"/>
                </a:lnTo>
                <a:lnTo>
                  <a:pt x="136080" y="323037"/>
                </a:lnTo>
                <a:lnTo>
                  <a:pt x="98425" y="343382"/>
                </a:lnTo>
                <a:lnTo>
                  <a:pt x="65506" y="369633"/>
                </a:lnTo>
                <a:lnTo>
                  <a:pt x="38265" y="401739"/>
                </a:lnTo>
                <a:lnTo>
                  <a:pt x="17627" y="439610"/>
                </a:lnTo>
                <a:lnTo>
                  <a:pt x="4559" y="483184"/>
                </a:lnTo>
                <a:lnTo>
                  <a:pt x="0" y="532384"/>
                </a:lnTo>
                <a:lnTo>
                  <a:pt x="4953" y="585368"/>
                </a:lnTo>
                <a:lnTo>
                  <a:pt x="19151" y="630199"/>
                </a:lnTo>
                <a:lnTo>
                  <a:pt x="41516" y="666877"/>
                </a:lnTo>
                <a:lnTo>
                  <a:pt x="71005" y="695401"/>
                </a:lnTo>
                <a:lnTo>
                  <a:pt x="106578" y="715772"/>
                </a:lnTo>
                <a:lnTo>
                  <a:pt x="147180" y="728002"/>
                </a:lnTo>
                <a:lnTo>
                  <a:pt x="191770" y="732078"/>
                </a:lnTo>
                <a:lnTo>
                  <a:pt x="241935" y="729284"/>
                </a:lnTo>
                <a:lnTo>
                  <a:pt x="285178" y="719950"/>
                </a:lnTo>
                <a:lnTo>
                  <a:pt x="324459" y="702716"/>
                </a:lnTo>
                <a:lnTo>
                  <a:pt x="362750" y="676186"/>
                </a:lnTo>
                <a:lnTo>
                  <a:pt x="403034" y="638975"/>
                </a:lnTo>
                <a:lnTo>
                  <a:pt x="418261" y="661568"/>
                </a:lnTo>
                <a:lnTo>
                  <a:pt x="450240" y="700849"/>
                </a:lnTo>
                <a:lnTo>
                  <a:pt x="484035" y="727240"/>
                </a:lnTo>
                <a:lnTo>
                  <a:pt x="492010" y="727633"/>
                </a:lnTo>
                <a:lnTo>
                  <a:pt x="499745" y="725639"/>
                </a:lnTo>
                <a:lnTo>
                  <a:pt x="506666" y="721296"/>
                </a:lnTo>
                <a:lnTo>
                  <a:pt x="507695" y="721525"/>
                </a:lnTo>
                <a:lnTo>
                  <a:pt x="556539" y="678675"/>
                </a:lnTo>
                <a:lnTo>
                  <a:pt x="602957" y="638975"/>
                </a:lnTo>
                <a:lnTo>
                  <a:pt x="605904" y="636485"/>
                </a:lnTo>
                <a:lnTo>
                  <a:pt x="611251" y="629183"/>
                </a:lnTo>
                <a:lnTo>
                  <a:pt x="612698" y="620547"/>
                </a:lnTo>
                <a:close/>
              </a:path>
              <a:path w="1569720" h="732154">
                <a:moveTo>
                  <a:pt x="1569453" y="223697"/>
                </a:moveTo>
                <a:lnTo>
                  <a:pt x="1567878" y="169087"/>
                </a:lnTo>
                <a:lnTo>
                  <a:pt x="1558671" y="117246"/>
                </a:lnTo>
                <a:lnTo>
                  <a:pt x="1536458" y="71551"/>
                </a:lnTo>
                <a:lnTo>
                  <a:pt x="1500378" y="36474"/>
                </a:lnTo>
                <a:lnTo>
                  <a:pt x="1457109" y="12471"/>
                </a:lnTo>
                <a:lnTo>
                  <a:pt x="1409090" y="508"/>
                </a:lnTo>
                <a:lnTo>
                  <a:pt x="1358798" y="1524"/>
                </a:lnTo>
                <a:lnTo>
                  <a:pt x="1310538" y="15773"/>
                </a:lnTo>
                <a:lnTo>
                  <a:pt x="1268399" y="41694"/>
                </a:lnTo>
                <a:lnTo>
                  <a:pt x="1234427" y="77660"/>
                </a:lnTo>
                <a:lnTo>
                  <a:pt x="1210640" y="121996"/>
                </a:lnTo>
                <a:lnTo>
                  <a:pt x="1187132" y="77419"/>
                </a:lnTo>
                <a:lnTo>
                  <a:pt x="1159344" y="43230"/>
                </a:lnTo>
                <a:lnTo>
                  <a:pt x="1126680" y="19151"/>
                </a:lnTo>
                <a:lnTo>
                  <a:pt x="1088555" y="4914"/>
                </a:lnTo>
                <a:lnTo>
                  <a:pt x="1044422" y="215"/>
                </a:lnTo>
                <a:lnTo>
                  <a:pt x="999553" y="4902"/>
                </a:lnTo>
                <a:lnTo>
                  <a:pt x="959904" y="19151"/>
                </a:lnTo>
                <a:lnTo>
                  <a:pt x="925842" y="43230"/>
                </a:lnTo>
                <a:lnTo>
                  <a:pt x="897674" y="77419"/>
                </a:lnTo>
                <a:lnTo>
                  <a:pt x="875779" y="121996"/>
                </a:lnTo>
                <a:lnTo>
                  <a:pt x="873404" y="121996"/>
                </a:lnTo>
                <a:lnTo>
                  <a:pt x="873404" y="36144"/>
                </a:lnTo>
                <a:lnTo>
                  <a:pt x="871296" y="27546"/>
                </a:lnTo>
                <a:lnTo>
                  <a:pt x="866394" y="20485"/>
                </a:lnTo>
                <a:lnTo>
                  <a:pt x="859332" y="15582"/>
                </a:lnTo>
                <a:lnTo>
                  <a:pt x="850734" y="13474"/>
                </a:lnTo>
                <a:lnTo>
                  <a:pt x="731316" y="13474"/>
                </a:lnTo>
                <a:lnTo>
                  <a:pt x="721982" y="15240"/>
                </a:lnTo>
                <a:lnTo>
                  <a:pt x="714286" y="20231"/>
                </a:lnTo>
                <a:lnTo>
                  <a:pt x="708977" y="27711"/>
                </a:lnTo>
                <a:lnTo>
                  <a:pt x="706818" y="36944"/>
                </a:lnTo>
                <a:lnTo>
                  <a:pt x="706818" y="694651"/>
                </a:lnTo>
                <a:lnTo>
                  <a:pt x="709180" y="702945"/>
                </a:lnTo>
                <a:lnTo>
                  <a:pt x="714133" y="709688"/>
                </a:lnTo>
                <a:lnTo>
                  <a:pt x="721106" y="714336"/>
                </a:lnTo>
                <a:lnTo>
                  <a:pt x="729500" y="716305"/>
                </a:lnTo>
                <a:lnTo>
                  <a:pt x="857542" y="716305"/>
                </a:lnTo>
                <a:lnTo>
                  <a:pt x="882370" y="692632"/>
                </a:lnTo>
                <a:lnTo>
                  <a:pt x="882370" y="344157"/>
                </a:lnTo>
                <a:lnTo>
                  <a:pt x="882853" y="295986"/>
                </a:lnTo>
                <a:lnTo>
                  <a:pt x="887374" y="247319"/>
                </a:lnTo>
                <a:lnTo>
                  <a:pt x="900493" y="204609"/>
                </a:lnTo>
                <a:lnTo>
                  <a:pt x="926782" y="174256"/>
                </a:lnTo>
                <a:lnTo>
                  <a:pt x="970813" y="162712"/>
                </a:lnTo>
                <a:lnTo>
                  <a:pt x="1013917" y="174548"/>
                </a:lnTo>
                <a:lnTo>
                  <a:pt x="1037958" y="205460"/>
                </a:lnTo>
                <a:lnTo>
                  <a:pt x="1048397" y="248602"/>
                </a:lnTo>
                <a:lnTo>
                  <a:pt x="1050658" y="297116"/>
                </a:lnTo>
                <a:lnTo>
                  <a:pt x="1050213" y="344157"/>
                </a:lnTo>
                <a:lnTo>
                  <a:pt x="1050213" y="692734"/>
                </a:lnTo>
                <a:lnTo>
                  <a:pt x="1052068" y="701636"/>
                </a:lnTo>
                <a:lnTo>
                  <a:pt x="1056906" y="708990"/>
                </a:lnTo>
                <a:lnTo>
                  <a:pt x="1064056" y="714108"/>
                </a:lnTo>
                <a:lnTo>
                  <a:pt x="1072883" y="716330"/>
                </a:lnTo>
                <a:lnTo>
                  <a:pt x="1201242" y="716330"/>
                </a:lnTo>
                <a:lnTo>
                  <a:pt x="1207655" y="716445"/>
                </a:lnTo>
                <a:lnTo>
                  <a:pt x="1225854" y="692619"/>
                </a:lnTo>
                <a:lnTo>
                  <a:pt x="1225854" y="344144"/>
                </a:lnTo>
                <a:lnTo>
                  <a:pt x="1225880" y="313372"/>
                </a:lnTo>
                <a:lnTo>
                  <a:pt x="1230439" y="246659"/>
                </a:lnTo>
                <a:lnTo>
                  <a:pt x="1250315" y="196545"/>
                </a:lnTo>
                <a:lnTo>
                  <a:pt x="1289875" y="168706"/>
                </a:lnTo>
                <a:lnTo>
                  <a:pt x="1314424" y="164287"/>
                </a:lnTo>
                <a:lnTo>
                  <a:pt x="1340485" y="166941"/>
                </a:lnTo>
                <a:lnTo>
                  <a:pt x="1379156" y="193497"/>
                </a:lnTo>
                <a:lnTo>
                  <a:pt x="1392821" y="247459"/>
                </a:lnTo>
                <a:lnTo>
                  <a:pt x="1393786" y="282067"/>
                </a:lnTo>
                <a:lnTo>
                  <a:pt x="1393621" y="316941"/>
                </a:lnTo>
                <a:lnTo>
                  <a:pt x="1393355" y="344144"/>
                </a:lnTo>
                <a:lnTo>
                  <a:pt x="1393355" y="692721"/>
                </a:lnTo>
                <a:lnTo>
                  <a:pt x="1395196" y="701636"/>
                </a:lnTo>
                <a:lnTo>
                  <a:pt x="1400022" y="709002"/>
                </a:lnTo>
                <a:lnTo>
                  <a:pt x="1407185" y="714121"/>
                </a:lnTo>
                <a:lnTo>
                  <a:pt x="1416024" y="716305"/>
                </a:lnTo>
                <a:lnTo>
                  <a:pt x="1544066" y="716305"/>
                </a:lnTo>
                <a:lnTo>
                  <a:pt x="1550492" y="716457"/>
                </a:lnTo>
                <a:lnTo>
                  <a:pt x="1556702" y="714032"/>
                </a:lnTo>
                <a:lnTo>
                  <a:pt x="1565973" y="705142"/>
                </a:lnTo>
                <a:lnTo>
                  <a:pt x="1568665" y="699046"/>
                </a:lnTo>
                <a:lnTo>
                  <a:pt x="1568767" y="692607"/>
                </a:lnTo>
                <a:lnTo>
                  <a:pt x="1568767" y="277685"/>
                </a:lnTo>
                <a:lnTo>
                  <a:pt x="1569453" y="223697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10617" y="8059052"/>
            <a:ext cx="612775" cy="732155"/>
          </a:xfrm>
          <a:custGeom>
            <a:avLst/>
            <a:gdLst/>
            <a:ahLst/>
            <a:cxnLst/>
            <a:rect l="l" t="t" r="r" b="b"/>
            <a:pathLst>
              <a:path w="612775" h="732154">
                <a:moveTo>
                  <a:pt x="544716" y="135826"/>
                </a:moveTo>
                <a:lnTo>
                  <a:pt x="289915" y="135826"/>
                </a:lnTo>
                <a:lnTo>
                  <a:pt x="310166" y="137717"/>
                </a:lnTo>
                <a:lnTo>
                  <a:pt x="330095" y="143646"/>
                </a:lnTo>
                <a:lnTo>
                  <a:pt x="361797" y="169164"/>
                </a:lnTo>
                <a:lnTo>
                  <a:pt x="376434" y="214025"/>
                </a:lnTo>
                <a:lnTo>
                  <a:pt x="377545" y="278244"/>
                </a:lnTo>
                <a:lnTo>
                  <a:pt x="280653" y="288645"/>
                </a:lnTo>
                <a:lnTo>
                  <a:pt x="230043" y="296185"/>
                </a:lnTo>
                <a:lnTo>
                  <a:pt x="181225" y="307054"/>
                </a:lnTo>
                <a:lnTo>
                  <a:pt x="136626" y="322580"/>
                </a:lnTo>
                <a:lnTo>
                  <a:pt x="98636" y="342917"/>
                </a:lnTo>
                <a:lnTo>
                  <a:pt x="65532" y="369174"/>
                </a:lnTo>
                <a:lnTo>
                  <a:pt x="38214" y="401283"/>
                </a:lnTo>
                <a:lnTo>
                  <a:pt x="17585" y="439176"/>
                </a:lnTo>
                <a:lnTo>
                  <a:pt x="4546" y="482784"/>
                </a:lnTo>
                <a:lnTo>
                  <a:pt x="0" y="532041"/>
                </a:lnTo>
                <a:lnTo>
                  <a:pt x="4962" y="584975"/>
                </a:lnTo>
                <a:lnTo>
                  <a:pt x="19150" y="629771"/>
                </a:lnTo>
                <a:lnTo>
                  <a:pt x="41513" y="666427"/>
                </a:lnTo>
                <a:lnTo>
                  <a:pt x="71004" y="694941"/>
                </a:lnTo>
                <a:lnTo>
                  <a:pt x="106572" y="715311"/>
                </a:lnTo>
                <a:lnTo>
                  <a:pt x="147169" y="727534"/>
                </a:lnTo>
                <a:lnTo>
                  <a:pt x="191744" y="731608"/>
                </a:lnTo>
                <a:lnTo>
                  <a:pt x="241775" y="728806"/>
                </a:lnTo>
                <a:lnTo>
                  <a:pt x="284997" y="719476"/>
                </a:lnTo>
                <a:lnTo>
                  <a:pt x="324323" y="702237"/>
                </a:lnTo>
                <a:lnTo>
                  <a:pt x="362668" y="675707"/>
                </a:lnTo>
                <a:lnTo>
                  <a:pt x="402945" y="638505"/>
                </a:lnTo>
                <a:lnTo>
                  <a:pt x="601806" y="638505"/>
                </a:lnTo>
                <a:lnTo>
                  <a:pt x="604875" y="635901"/>
                </a:lnTo>
                <a:lnTo>
                  <a:pt x="610830" y="629048"/>
                </a:lnTo>
                <a:lnTo>
                  <a:pt x="612511" y="620688"/>
                </a:lnTo>
                <a:lnTo>
                  <a:pt x="610501" y="611579"/>
                </a:lnTo>
                <a:lnTo>
                  <a:pt x="605762" y="603148"/>
                </a:lnTo>
                <a:lnTo>
                  <a:pt x="265023" y="603148"/>
                </a:lnTo>
                <a:lnTo>
                  <a:pt x="232124" y="596434"/>
                </a:lnTo>
                <a:lnTo>
                  <a:pt x="207667" y="577503"/>
                </a:lnTo>
                <a:lnTo>
                  <a:pt x="192425" y="548177"/>
                </a:lnTo>
                <a:lnTo>
                  <a:pt x="187172" y="510273"/>
                </a:lnTo>
                <a:lnTo>
                  <a:pt x="194854" y="462807"/>
                </a:lnTo>
                <a:lnTo>
                  <a:pt x="215987" y="428312"/>
                </a:lnTo>
                <a:lnTo>
                  <a:pt x="247703" y="404853"/>
                </a:lnTo>
                <a:lnTo>
                  <a:pt x="287135" y="390494"/>
                </a:lnTo>
                <a:lnTo>
                  <a:pt x="331414" y="383298"/>
                </a:lnTo>
                <a:lnTo>
                  <a:pt x="377672" y="381330"/>
                </a:lnTo>
                <a:lnTo>
                  <a:pt x="556996" y="381330"/>
                </a:lnTo>
                <a:lnTo>
                  <a:pt x="557077" y="233532"/>
                </a:lnTo>
                <a:lnTo>
                  <a:pt x="555090" y="186883"/>
                </a:lnTo>
                <a:lnTo>
                  <a:pt x="547340" y="142175"/>
                </a:lnTo>
                <a:lnTo>
                  <a:pt x="544716" y="135826"/>
                </a:lnTo>
                <a:close/>
              </a:path>
              <a:path w="612775" h="732154">
                <a:moveTo>
                  <a:pt x="601806" y="638505"/>
                </a:moveTo>
                <a:lnTo>
                  <a:pt x="402945" y="638505"/>
                </a:lnTo>
                <a:lnTo>
                  <a:pt x="418290" y="661226"/>
                </a:lnTo>
                <a:lnTo>
                  <a:pt x="450219" y="700414"/>
                </a:lnTo>
                <a:lnTo>
                  <a:pt x="484023" y="726745"/>
                </a:lnTo>
                <a:lnTo>
                  <a:pt x="492004" y="727163"/>
                </a:lnTo>
                <a:lnTo>
                  <a:pt x="499747" y="725210"/>
                </a:lnTo>
                <a:lnTo>
                  <a:pt x="506704" y="720940"/>
                </a:lnTo>
                <a:lnTo>
                  <a:pt x="555551" y="678126"/>
                </a:lnTo>
                <a:lnTo>
                  <a:pt x="582089" y="655232"/>
                </a:lnTo>
                <a:lnTo>
                  <a:pt x="601806" y="638505"/>
                </a:lnTo>
                <a:close/>
              </a:path>
              <a:path w="612775" h="732154">
                <a:moveTo>
                  <a:pt x="556996" y="381330"/>
                </a:moveTo>
                <a:lnTo>
                  <a:pt x="377672" y="381330"/>
                </a:lnTo>
                <a:lnTo>
                  <a:pt x="377548" y="428312"/>
                </a:lnTo>
                <a:lnTo>
                  <a:pt x="377440" y="445101"/>
                </a:lnTo>
                <a:lnTo>
                  <a:pt x="367974" y="512007"/>
                </a:lnTo>
                <a:lnTo>
                  <a:pt x="336300" y="569228"/>
                </a:lnTo>
                <a:lnTo>
                  <a:pt x="291179" y="599113"/>
                </a:lnTo>
                <a:lnTo>
                  <a:pt x="265023" y="603148"/>
                </a:lnTo>
                <a:lnTo>
                  <a:pt x="605762" y="603148"/>
                </a:lnTo>
                <a:lnTo>
                  <a:pt x="605383" y="602475"/>
                </a:lnTo>
                <a:lnTo>
                  <a:pt x="587964" y="578735"/>
                </a:lnTo>
                <a:lnTo>
                  <a:pt x="572427" y="553534"/>
                </a:lnTo>
                <a:lnTo>
                  <a:pt x="561270" y="523149"/>
                </a:lnTo>
                <a:lnTo>
                  <a:pt x="556996" y="483857"/>
                </a:lnTo>
                <a:lnTo>
                  <a:pt x="556996" y="381330"/>
                </a:lnTo>
                <a:close/>
              </a:path>
              <a:path w="612775" h="732154">
                <a:moveTo>
                  <a:pt x="307568" y="0"/>
                </a:moveTo>
                <a:lnTo>
                  <a:pt x="261421" y="2243"/>
                </a:lnTo>
                <a:lnTo>
                  <a:pt x="215372" y="9440"/>
                </a:lnTo>
                <a:lnTo>
                  <a:pt x="170845" y="22296"/>
                </a:lnTo>
                <a:lnTo>
                  <a:pt x="129268" y="41513"/>
                </a:lnTo>
                <a:lnTo>
                  <a:pt x="92066" y="67793"/>
                </a:lnTo>
                <a:lnTo>
                  <a:pt x="60664" y="101841"/>
                </a:lnTo>
                <a:lnTo>
                  <a:pt x="36489" y="144359"/>
                </a:lnTo>
                <a:lnTo>
                  <a:pt x="20967" y="196049"/>
                </a:lnTo>
                <a:lnTo>
                  <a:pt x="19761" y="202184"/>
                </a:lnTo>
                <a:lnTo>
                  <a:pt x="21120" y="208534"/>
                </a:lnTo>
                <a:lnTo>
                  <a:pt x="28371" y="218719"/>
                </a:lnTo>
                <a:lnTo>
                  <a:pt x="33934" y="222084"/>
                </a:lnTo>
                <a:lnTo>
                  <a:pt x="40132" y="222935"/>
                </a:lnTo>
                <a:lnTo>
                  <a:pt x="164312" y="236308"/>
                </a:lnTo>
                <a:lnTo>
                  <a:pt x="172758" y="233532"/>
                </a:lnTo>
                <a:lnTo>
                  <a:pt x="179679" y="228339"/>
                </a:lnTo>
                <a:lnTo>
                  <a:pt x="184600" y="221232"/>
                </a:lnTo>
                <a:lnTo>
                  <a:pt x="187045" y="212712"/>
                </a:lnTo>
                <a:lnTo>
                  <a:pt x="200761" y="178839"/>
                </a:lnTo>
                <a:lnTo>
                  <a:pt x="224193" y="154838"/>
                </a:lnTo>
                <a:lnTo>
                  <a:pt x="254768" y="140553"/>
                </a:lnTo>
                <a:lnTo>
                  <a:pt x="289915" y="135826"/>
                </a:lnTo>
                <a:lnTo>
                  <a:pt x="544716" y="135826"/>
                </a:lnTo>
                <a:lnTo>
                  <a:pt x="530288" y="100924"/>
                </a:lnTo>
                <a:lnTo>
                  <a:pt x="500354" y="63728"/>
                </a:lnTo>
                <a:lnTo>
                  <a:pt x="458248" y="33866"/>
                </a:lnTo>
                <a:lnTo>
                  <a:pt x="408866" y="14171"/>
                </a:lnTo>
                <a:lnTo>
                  <a:pt x="357033" y="3322"/>
                </a:lnTo>
                <a:lnTo>
                  <a:pt x="307568" y="0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3300926" y="8070151"/>
            <a:ext cx="506095" cy="688340"/>
          </a:xfrm>
          <a:custGeom>
            <a:avLst/>
            <a:gdLst/>
            <a:ahLst/>
            <a:cxnLst/>
            <a:rect l="l" t="t" r="r" b="b"/>
            <a:pathLst>
              <a:path w="506094" h="688340">
                <a:moveTo>
                  <a:pt x="476724" y="141427"/>
                </a:moveTo>
                <a:lnTo>
                  <a:pt x="268388" y="141427"/>
                </a:lnTo>
                <a:lnTo>
                  <a:pt x="15531" y="504304"/>
                </a:lnTo>
                <a:lnTo>
                  <a:pt x="208" y="551944"/>
                </a:lnTo>
                <a:lnTo>
                  <a:pt x="0" y="664992"/>
                </a:lnTo>
                <a:lnTo>
                  <a:pt x="2540" y="674979"/>
                </a:lnTo>
                <a:lnTo>
                  <a:pt x="9419" y="683652"/>
                </a:lnTo>
                <a:lnTo>
                  <a:pt x="19038" y="688264"/>
                </a:lnTo>
                <a:lnTo>
                  <a:pt x="29882" y="686422"/>
                </a:lnTo>
                <a:lnTo>
                  <a:pt x="77266" y="664992"/>
                </a:lnTo>
                <a:lnTo>
                  <a:pt x="126167" y="648897"/>
                </a:lnTo>
                <a:lnTo>
                  <a:pt x="176153" y="638135"/>
                </a:lnTo>
                <a:lnTo>
                  <a:pt x="226795" y="632708"/>
                </a:lnTo>
                <a:lnTo>
                  <a:pt x="505878" y="632617"/>
                </a:lnTo>
                <a:lnTo>
                  <a:pt x="505878" y="563384"/>
                </a:lnTo>
                <a:lnTo>
                  <a:pt x="483145" y="526757"/>
                </a:lnTo>
                <a:lnTo>
                  <a:pt x="437699" y="505313"/>
                </a:lnTo>
                <a:lnTo>
                  <a:pt x="390143" y="490162"/>
                </a:lnTo>
                <a:lnTo>
                  <a:pt x="341294" y="480572"/>
                </a:lnTo>
                <a:lnTo>
                  <a:pt x="291971" y="475814"/>
                </a:lnTo>
                <a:lnTo>
                  <a:pt x="242988" y="475157"/>
                </a:lnTo>
                <a:lnTo>
                  <a:pt x="461174" y="163779"/>
                </a:lnTo>
                <a:lnTo>
                  <a:pt x="474688" y="144678"/>
                </a:lnTo>
                <a:lnTo>
                  <a:pt x="476724" y="141427"/>
                </a:lnTo>
                <a:close/>
              </a:path>
              <a:path w="506094" h="688340">
                <a:moveTo>
                  <a:pt x="505878" y="632617"/>
                </a:moveTo>
                <a:lnTo>
                  <a:pt x="277662" y="632617"/>
                </a:lnTo>
                <a:lnTo>
                  <a:pt x="328323" y="637863"/>
                </a:lnTo>
                <a:lnTo>
                  <a:pt x="378347" y="648445"/>
                </a:lnTo>
                <a:lnTo>
                  <a:pt x="427304" y="664364"/>
                </a:lnTo>
                <a:lnTo>
                  <a:pt x="474763" y="685622"/>
                </a:lnTo>
                <a:lnTo>
                  <a:pt x="486376" y="687694"/>
                </a:lnTo>
                <a:lnTo>
                  <a:pt x="496321" y="683144"/>
                </a:lnTo>
                <a:lnTo>
                  <a:pt x="503267" y="674447"/>
                </a:lnTo>
                <a:lnTo>
                  <a:pt x="505807" y="664364"/>
                </a:lnTo>
                <a:lnTo>
                  <a:pt x="505878" y="632617"/>
                </a:lnTo>
                <a:close/>
              </a:path>
              <a:path w="506094" h="688340">
                <a:moveTo>
                  <a:pt x="41058" y="0"/>
                </a:moveTo>
                <a:lnTo>
                  <a:pt x="34835" y="2362"/>
                </a:lnTo>
                <a:lnTo>
                  <a:pt x="25691" y="11404"/>
                </a:lnTo>
                <a:lnTo>
                  <a:pt x="23279" y="17653"/>
                </a:lnTo>
                <a:lnTo>
                  <a:pt x="23532" y="24053"/>
                </a:lnTo>
                <a:lnTo>
                  <a:pt x="23532" y="118059"/>
                </a:lnTo>
                <a:lnTo>
                  <a:pt x="23405" y="124167"/>
                </a:lnTo>
                <a:lnTo>
                  <a:pt x="26072" y="130340"/>
                </a:lnTo>
                <a:lnTo>
                  <a:pt x="35216" y="139280"/>
                </a:lnTo>
                <a:lnTo>
                  <a:pt x="41439" y="141693"/>
                </a:lnTo>
                <a:lnTo>
                  <a:pt x="47916" y="141427"/>
                </a:lnTo>
                <a:lnTo>
                  <a:pt x="476724" y="141427"/>
                </a:lnTo>
                <a:lnTo>
                  <a:pt x="484606" y="128838"/>
                </a:lnTo>
                <a:lnTo>
                  <a:pt x="490714" y="115698"/>
                </a:lnTo>
                <a:lnTo>
                  <a:pt x="492797" y="104698"/>
                </a:lnTo>
                <a:lnTo>
                  <a:pt x="492792" y="17640"/>
                </a:lnTo>
                <a:lnTo>
                  <a:pt x="490257" y="11506"/>
                </a:lnTo>
                <a:lnTo>
                  <a:pt x="481113" y="2552"/>
                </a:lnTo>
                <a:lnTo>
                  <a:pt x="475447" y="355"/>
                </a:lnTo>
                <a:lnTo>
                  <a:pt x="47408" y="355"/>
                </a:lnTo>
                <a:lnTo>
                  <a:pt x="41058" y="0"/>
                </a:lnTo>
                <a:close/>
              </a:path>
              <a:path w="506094" h="688340">
                <a:moveTo>
                  <a:pt x="23532" y="117741"/>
                </a:moveTo>
                <a:lnTo>
                  <a:pt x="23526" y="118059"/>
                </a:lnTo>
                <a:lnTo>
                  <a:pt x="23532" y="117741"/>
                </a:lnTo>
                <a:close/>
              </a:path>
              <a:path w="506094" h="688340">
                <a:moveTo>
                  <a:pt x="474890" y="139"/>
                </a:moveTo>
                <a:lnTo>
                  <a:pt x="468540" y="355"/>
                </a:lnTo>
                <a:lnTo>
                  <a:pt x="475447" y="355"/>
                </a:lnTo>
                <a:lnTo>
                  <a:pt x="474890" y="139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3867893" y="8058708"/>
            <a:ext cx="581660" cy="730885"/>
          </a:xfrm>
          <a:custGeom>
            <a:avLst/>
            <a:gdLst/>
            <a:ahLst/>
            <a:cxnLst/>
            <a:rect l="l" t="t" r="r" b="b"/>
            <a:pathLst>
              <a:path w="581659" h="730884">
                <a:moveTo>
                  <a:pt x="288163" y="0"/>
                </a:moveTo>
                <a:lnTo>
                  <a:pt x="239687" y="3892"/>
                </a:lnTo>
                <a:lnTo>
                  <a:pt x="195391" y="15216"/>
                </a:lnTo>
                <a:lnTo>
                  <a:pt x="155366" y="33441"/>
                </a:lnTo>
                <a:lnTo>
                  <a:pt x="119705" y="58034"/>
                </a:lnTo>
                <a:lnTo>
                  <a:pt x="88499" y="88465"/>
                </a:lnTo>
                <a:lnTo>
                  <a:pt x="61842" y="124202"/>
                </a:lnTo>
                <a:lnTo>
                  <a:pt x="39824" y="164715"/>
                </a:lnTo>
                <a:lnTo>
                  <a:pt x="22539" y="209471"/>
                </a:lnTo>
                <a:lnTo>
                  <a:pt x="10079" y="257940"/>
                </a:lnTo>
                <a:lnTo>
                  <a:pt x="2535" y="309591"/>
                </a:lnTo>
                <a:lnTo>
                  <a:pt x="0" y="363893"/>
                </a:lnTo>
                <a:lnTo>
                  <a:pt x="2506" y="418257"/>
                </a:lnTo>
                <a:lnTo>
                  <a:pt x="9976" y="470082"/>
                </a:lnTo>
                <a:lnTo>
                  <a:pt x="22333" y="518810"/>
                </a:lnTo>
                <a:lnTo>
                  <a:pt x="39504" y="563887"/>
                </a:lnTo>
                <a:lnTo>
                  <a:pt x="61412" y="604757"/>
                </a:lnTo>
                <a:lnTo>
                  <a:pt x="87984" y="640864"/>
                </a:lnTo>
                <a:lnTo>
                  <a:pt x="119144" y="671652"/>
                </a:lnTo>
                <a:lnTo>
                  <a:pt x="154816" y="696566"/>
                </a:lnTo>
                <a:lnTo>
                  <a:pt x="194927" y="715050"/>
                </a:lnTo>
                <a:lnTo>
                  <a:pt x="239401" y="726547"/>
                </a:lnTo>
                <a:lnTo>
                  <a:pt x="288163" y="730504"/>
                </a:lnTo>
                <a:lnTo>
                  <a:pt x="335462" y="726647"/>
                </a:lnTo>
                <a:lnTo>
                  <a:pt x="379268" y="715432"/>
                </a:lnTo>
                <a:lnTo>
                  <a:pt x="419367" y="697389"/>
                </a:lnTo>
                <a:lnTo>
                  <a:pt x="455546" y="673046"/>
                </a:lnTo>
                <a:lnTo>
                  <a:pt x="487592" y="642934"/>
                </a:lnTo>
                <a:lnTo>
                  <a:pt x="515292" y="607584"/>
                </a:lnTo>
                <a:lnTo>
                  <a:pt x="522638" y="594868"/>
                </a:lnTo>
                <a:lnTo>
                  <a:pt x="288163" y="594868"/>
                </a:lnTo>
                <a:lnTo>
                  <a:pt x="251077" y="585136"/>
                </a:lnTo>
                <a:lnTo>
                  <a:pt x="207003" y="521068"/>
                </a:lnTo>
                <a:lnTo>
                  <a:pt x="196423" y="475919"/>
                </a:lnTo>
                <a:lnTo>
                  <a:pt x="191089" y="428152"/>
                </a:lnTo>
                <a:lnTo>
                  <a:pt x="189205" y="382361"/>
                </a:lnTo>
                <a:lnTo>
                  <a:pt x="188976" y="343141"/>
                </a:lnTo>
                <a:lnTo>
                  <a:pt x="189855" y="299789"/>
                </a:lnTo>
                <a:lnTo>
                  <a:pt x="194023" y="253300"/>
                </a:lnTo>
                <a:lnTo>
                  <a:pt x="203771" y="208587"/>
                </a:lnTo>
                <a:lnTo>
                  <a:pt x="221393" y="170566"/>
                </a:lnTo>
                <a:lnTo>
                  <a:pt x="249183" y="144149"/>
                </a:lnTo>
                <a:lnTo>
                  <a:pt x="289433" y="134251"/>
                </a:lnTo>
                <a:lnTo>
                  <a:pt x="523057" y="134251"/>
                </a:lnTo>
                <a:lnTo>
                  <a:pt x="505952" y="107581"/>
                </a:lnTo>
                <a:lnTo>
                  <a:pt x="479239" y="76431"/>
                </a:lnTo>
                <a:lnTo>
                  <a:pt x="448620" y="50018"/>
                </a:lnTo>
                <a:lnTo>
                  <a:pt x="414148" y="28755"/>
                </a:lnTo>
                <a:lnTo>
                  <a:pt x="375879" y="13055"/>
                </a:lnTo>
                <a:lnTo>
                  <a:pt x="333866" y="3332"/>
                </a:lnTo>
                <a:lnTo>
                  <a:pt x="288163" y="0"/>
                </a:lnTo>
                <a:close/>
              </a:path>
              <a:path w="581659" h="730884">
                <a:moveTo>
                  <a:pt x="523057" y="134251"/>
                </a:moveTo>
                <a:lnTo>
                  <a:pt x="289433" y="134251"/>
                </a:lnTo>
                <a:lnTo>
                  <a:pt x="317565" y="137814"/>
                </a:lnTo>
                <a:lnTo>
                  <a:pt x="341042" y="149053"/>
                </a:lnTo>
                <a:lnTo>
                  <a:pt x="373126" y="197878"/>
                </a:lnTo>
                <a:lnTo>
                  <a:pt x="383194" y="239476"/>
                </a:lnTo>
                <a:lnTo>
                  <a:pt x="389001" y="283952"/>
                </a:lnTo>
                <a:lnTo>
                  <a:pt x="391664" y="328962"/>
                </a:lnTo>
                <a:lnTo>
                  <a:pt x="392303" y="372160"/>
                </a:lnTo>
                <a:lnTo>
                  <a:pt x="391556" y="417955"/>
                </a:lnTo>
                <a:lnTo>
                  <a:pt x="387599" y="467401"/>
                </a:lnTo>
                <a:lnTo>
                  <a:pt x="377856" y="515156"/>
                </a:lnTo>
                <a:lnTo>
                  <a:pt x="359753" y="555879"/>
                </a:lnTo>
                <a:lnTo>
                  <a:pt x="330713" y="584230"/>
                </a:lnTo>
                <a:lnTo>
                  <a:pt x="288163" y="594868"/>
                </a:lnTo>
                <a:lnTo>
                  <a:pt x="522638" y="594868"/>
                </a:lnTo>
                <a:lnTo>
                  <a:pt x="556803" y="523287"/>
                </a:lnTo>
                <a:lnTo>
                  <a:pt x="570188" y="475401"/>
                </a:lnTo>
                <a:lnTo>
                  <a:pt x="578375" y="424395"/>
                </a:lnTo>
                <a:lnTo>
                  <a:pt x="581152" y="370801"/>
                </a:lnTo>
                <a:lnTo>
                  <a:pt x="579017" y="319912"/>
                </a:lnTo>
                <a:lnTo>
                  <a:pt x="572651" y="271280"/>
                </a:lnTo>
                <a:lnTo>
                  <a:pt x="562107" y="225317"/>
                </a:lnTo>
                <a:lnTo>
                  <a:pt x="547440" y="182437"/>
                </a:lnTo>
                <a:lnTo>
                  <a:pt x="528703" y="143054"/>
                </a:lnTo>
                <a:lnTo>
                  <a:pt x="523057" y="134251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546580" y="8057781"/>
            <a:ext cx="526415" cy="716915"/>
          </a:xfrm>
          <a:custGeom>
            <a:avLst/>
            <a:gdLst/>
            <a:ahLst/>
            <a:cxnLst/>
            <a:rect l="l" t="t" r="r" b="b"/>
            <a:pathLst>
              <a:path w="526415" h="716915">
                <a:moveTo>
                  <a:pt x="343154" y="0"/>
                </a:moveTo>
                <a:lnTo>
                  <a:pt x="294501" y="5178"/>
                </a:lnTo>
                <a:lnTo>
                  <a:pt x="253859" y="20846"/>
                </a:lnTo>
                <a:lnTo>
                  <a:pt x="220094" y="47204"/>
                </a:lnTo>
                <a:lnTo>
                  <a:pt x="192070" y="84453"/>
                </a:lnTo>
                <a:lnTo>
                  <a:pt x="168656" y="132791"/>
                </a:lnTo>
                <a:lnTo>
                  <a:pt x="166116" y="132791"/>
                </a:lnTo>
                <a:lnTo>
                  <a:pt x="166116" y="32207"/>
                </a:lnTo>
                <a:lnTo>
                  <a:pt x="143510" y="13855"/>
                </a:lnTo>
                <a:lnTo>
                  <a:pt x="24638" y="13855"/>
                </a:lnTo>
                <a:lnTo>
                  <a:pt x="15680" y="15331"/>
                </a:lnTo>
                <a:lnTo>
                  <a:pt x="8128" y="19824"/>
                </a:lnTo>
                <a:lnTo>
                  <a:pt x="2670" y="26718"/>
                </a:lnTo>
                <a:lnTo>
                  <a:pt x="0" y="35394"/>
                </a:lnTo>
                <a:lnTo>
                  <a:pt x="0" y="693102"/>
                </a:lnTo>
                <a:lnTo>
                  <a:pt x="1819" y="702014"/>
                </a:lnTo>
                <a:lnTo>
                  <a:pt x="6651" y="709375"/>
                </a:lnTo>
                <a:lnTo>
                  <a:pt x="13841" y="714496"/>
                </a:lnTo>
                <a:lnTo>
                  <a:pt x="22733" y="716686"/>
                </a:lnTo>
                <a:lnTo>
                  <a:pt x="150368" y="716686"/>
                </a:lnTo>
                <a:lnTo>
                  <a:pt x="159956" y="714960"/>
                </a:lnTo>
                <a:lnTo>
                  <a:pt x="167798" y="709969"/>
                </a:lnTo>
                <a:lnTo>
                  <a:pt x="173212" y="702428"/>
                </a:lnTo>
                <a:lnTo>
                  <a:pt x="175387" y="693077"/>
                </a:lnTo>
                <a:lnTo>
                  <a:pt x="175387" y="339166"/>
                </a:lnTo>
                <a:lnTo>
                  <a:pt x="176043" y="306566"/>
                </a:lnTo>
                <a:lnTo>
                  <a:pt x="184977" y="244597"/>
                </a:lnTo>
                <a:lnTo>
                  <a:pt x="207867" y="193532"/>
                </a:lnTo>
                <a:lnTo>
                  <a:pt x="246141" y="166374"/>
                </a:lnTo>
                <a:lnTo>
                  <a:pt x="269875" y="161810"/>
                </a:lnTo>
                <a:lnTo>
                  <a:pt x="312262" y="173328"/>
                </a:lnTo>
                <a:lnTo>
                  <a:pt x="336423" y="203450"/>
                </a:lnTo>
                <a:lnTo>
                  <a:pt x="347416" y="245524"/>
                </a:lnTo>
                <a:lnTo>
                  <a:pt x="350301" y="292903"/>
                </a:lnTo>
                <a:lnTo>
                  <a:pt x="350139" y="338937"/>
                </a:lnTo>
                <a:lnTo>
                  <a:pt x="350139" y="696023"/>
                </a:lnTo>
                <a:lnTo>
                  <a:pt x="352688" y="704011"/>
                </a:lnTo>
                <a:lnTo>
                  <a:pt x="357679" y="710452"/>
                </a:lnTo>
                <a:lnTo>
                  <a:pt x="364551" y="714838"/>
                </a:lnTo>
                <a:lnTo>
                  <a:pt x="372745" y="716661"/>
                </a:lnTo>
                <a:lnTo>
                  <a:pt x="501523" y="716661"/>
                </a:lnTo>
                <a:lnTo>
                  <a:pt x="510319" y="715241"/>
                </a:lnTo>
                <a:lnTo>
                  <a:pt x="517794" y="710966"/>
                </a:lnTo>
                <a:lnTo>
                  <a:pt x="523293" y="704379"/>
                </a:lnTo>
                <a:lnTo>
                  <a:pt x="526161" y="696023"/>
                </a:lnTo>
                <a:lnTo>
                  <a:pt x="526161" y="282244"/>
                </a:lnTo>
                <a:lnTo>
                  <a:pt x="525639" y="230808"/>
                </a:lnTo>
                <a:lnTo>
                  <a:pt x="521985" y="175725"/>
                </a:lnTo>
                <a:lnTo>
                  <a:pt x="512069" y="122701"/>
                </a:lnTo>
                <a:lnTo>
                  <a:pt x="492760" y="77444"/>
                </a:lnTo>
                <a:lnTo>
                  <a:pt x="462186" y="41431"/>
                </a:lnTo>
                <a:lnTo>
                  <a:pt x="425910" y="17467"/>
                </a:lnTo>
                <a:lnTo>
                  <a:pt x="385657" y="4130"/>
                </a:lnTo>
                <a:lnTo>
                  <a:pt x="343154" y="0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5425294" y="8064258"/>
            <a:ext cx="632460" cy="979169"/>
          </a:xfrm>
          <a:custGeom>
            <a:avLst/>
            <a:gdLst/>
            <a:ahLst/>
            <a:cxnLst/>
            <a:rect l="l" t="t" r="r" b="b"/>
            <a:pathLst>
              <a:path w="632459" h="979170">
                <a:moveTo>
                  <a:pt x="20574" y="18910"/>
                </a:moveTo>
                <a:lnTo>
                  <a:pt x="13081" y="21412"/>
                </a:lnTo>
                <a:lnTo>
                  <a:pt x="7747" y="26695"/>
                </a:lnTo>
                <a:lnTo>
                  <a:pt x="2540" y="31965"/>
                </a:lnTo>
                <a:lnTo>
                  <a:pt x="0" y="39420"/>
                </a:lnTo>
                <a:lnTo>
                  <a:pt x="1016" y="46824"/>
                </a:lnTo>
                <a:lnTo>
                  <a:pt x="1016" y="950709"/>
                </a:lnTo>
                <a:lnTo>
                  <a:pt x="0" y="958113"/>
                </a:lnTo>
                <a:lnTo>
                  <a:pt x="2413" y="965602"/>
                </a:lnTo>
                <a:lnTo>
                  <a:pt x="13081" y="976189"/>
                </a:lnTo>
                <a:lnTo>
                  <a:pt x="20574" y="978669"/>
                </a:lnTo>
                <a:lnTo>
                  <a:pt x="27940" y="977588"/>
                </a:lnTo>
                <a:lnTo>
                  <a:pt x="117946" y="977588"/>
                </a:lnTo>
                <a:lnTo>
                  <a:pt x="122174" y="976189"/>
                </a:lnTo>
                <a:lnTo>
                  <a:pt x="132842" y="965602"/>
                </a:lnTo>
                <a:lnTo>
                  <a:pt x="135255" y="958113"/>
                </a:lnTo>
                <a:lnTo>
                  <a:pt x="134239" y="950709"/>
                </a:lnTo>
                <a:lnTo>
                  <a:pt x="134239" y="635927"/>
                </a:lnTo>
                <a:lnTo>
                  <a:pt x="536197" y="635927"/>
                </a:lnTo>
                <a:lnTo>
                  <a:pt x="553085" y="616991"/>
                </a:lnTo>
                <a:lnTo>
                  <a:pt x="559568" y="607809"/>
                </a:lnTo>
                <a:lnTo>
                  <a:pt x="311277" y="607809"/>
                </a:lnTo>
                <a:lnTo>
                  <a:pt x="265985" y="603820"/>
                </a:lnTo>
                <a:lnTo>
                  <a:pt x="221361" y="591739"/>
                </a:lnTo>
                <a:lnTo>
                  <a:pt x="177403" y="571563"/>
                </a:lnTo>
                <a:lnTo>
                  <a:pt x="134112" y="543293"/>
                </a:lnTo>
                <a:lnTo>
                  <a:pt x="134112" y="169087"/>
                </a:lnTo>
                <a:lnTo>
                  <a:pt x="174875" y="142795"/>
                </a:lnTo>
                <a:lnTo>
                  <a:pt x="219043" y="123523"/>
                </a:lnTo>
                <a:lnTo>
                  <a:pt x="265735" y="111580"/>
                </a:lnTo>
                <a:lnTo>
                  <a:pt x="314071" y="107276"/>
                </a:lnTo>
                <a:lnTo>
                  <a:pt x="566582" y="107162"/>
                </a:lnTo>
                <a:lnTo>
                  <a:pt x="557022" y="93446"/>
                </a:lnTo>
                <a:lnTo>
                  <a:pt x="553810" y="89814"/>
                </a:lnTo>
                <a:lnTo>
                  <a:pt x="124714" y="89814"/>
                </a:lnTo>
                <a:lnTo>
                  <a:pt x="117983" y="46824"/>
                </a:lnTo>
                <a:lnTo>
                  <a:pt x="117602" y="39077"/>
                </a:lnTo>
                <a:lnTo>
                  <a:pt x="114046" y="31851"/>
                </a:lnTo>
                <a:lnTo>
                  <a:pt x="102362" y="21691"/>
                </a:lnTo>
                <a:lnTo>
                  <a:pt x="96969" y="19939"/>
                </a:lnTo>
                <a:lnTo>
                  <a:pt x="27940" y="19939"/>
                </a:lnTo>
                <a:lnTo>
                  <a:pt x="20574" y="18910"/>
                </a:lnTo>
                <a:close/>
              </a:path>
              <a:path w="632459" h="979170">
                <a:moveTo>
                  <a:pt x="117946" y="977588"/>
                </a:moveTo>
                <a:lnTo>
                  <a:pt x="107315" y="977588"/>
                </a:lnTo>
                <a:lnTo>
                  <a:pt x="114681" y="978669"/>
                </a:lnTo>
                <a:lnTo>
                  <a:pt x="117946" y="977588"/>
                </a:lnTo>
                <a:close/>
              </a:path>
              <a:path w="632459" h="979170">
                <a:moveTo>
                  <a:pt x="536197" y="635927"/>
                </a:moveTo>
                <a:lnTo>
                  <a:pt x="134239" y="635927"/>
                </a:lnTo>
                <a:lnTo>
                  <a:pt x="170187" y="664357"/>
                </a:lnTo>
                <a:lnTo>
                  <a:pt x="209713" y="686792"/>
                </a:lnTo>
                <a:lnTo>
                  <a:pt x="252068" y="702950"/>
                </a:lnTo>
                <a:lnTo>
                  <a:pt x="296502" y="712548"/>
                </a:lnTo>
                <a:lnTo>
                  <a:pt x="342265" y="715302"/>
                </a:lnTo>
                <a:lnTo>
                  <a:pt x="373080" y="714190"/>
                </a:lnTo>
                <a:lnTo>
                  <a:pt x="433044" y="701600"/>
                </a:lnTo>
                <a:lnTo>
                  <a:pt x="487469" y="675863"/>
                </a:lnTo>
                <a:lnTo>
                  <a:pt x="533403" y="639060"/>
                </a:lnTo>
                <a:lnTo>
                  <a:pt x="536197" y="635927"/>
                </a:lnTo>
                <a:close/>
              </a:path>
              <a:path w="632459" h="979170">
                <a:moveTo>
                  <a:pt x="566582" y="107162"/>
                </a:moveTo>
                <a:lnTo>
                  <a:pt x="314071" y="107162"/>
                </a:lnTo>
                <a:lnTo>
                  <a:pt x="356844" y="111458"/>
                </a:lnTo>
                <a:lnTo>
                  <a:pt x="393954" y="123523"/>
                </a:lnTo>
                <a:lnTo>
                  <a:pt x="450945" y="170807"/>
                </a:lnTo>
                <a:lnTo>
                  <a:pt x="470906" y="206076"/>
                </a:lnTo>
                <a:lnTo>
                  <a:pt x="485163" y="249089"/>
                </a:lnTo>
                <a:lnTo>
                  <a:pt x="493718" y="299844"/>
                </a:lnTo>
                <a:lnTo>
                  <a:pt x="496570" y="358343"/>
                </a:lnTo>
                <a:lnTo>
                  <a:pt x="493676" y="416810"/>
                </a:lnTo>
                <a:lnTo>
                  <a:pt x="484995" y="467482"/>
                </a:lnTo>
                <a:lnTo>
                  <a:pt x="470524" y="510359"/>
                </a:lnTo>
                <a:lnTo>
                  <a:pt x="450262" y="545441"/>
                </a:lnTo>
                <a:lnTo>
                  <a:pt x="392360" y="592217"/>
                </a:lnTo>
                <a:lnTo>
                  <a:pt x="354717" y="603911"/>
                </a:lnTo>
                <a:lnTo>
                  <a:pt x="311277" y="607809"/>
                </a:lnTo>
                <a:lnTo>
                  <a:pt x="559568" y="607809"/>
                </a:lnTo>
                <a:lnTo>
                  <a:pt x="587724" y="562656"/>
                </a:lnTo>
                <a:lnTo>
                  <a:pt x="611505" y="502805"/>
                </a:lnTo>
                <a:lnTo>
                  <a:pt x="620956" y="465882"/>
                </a:lnTo>
                <a:lnTo>
                  <a:pt x="631382" y="390539"/>
                </a:lnTo>
                <a:lnTo>
                  <a:pt x="632333" y="352437"/>
                </a:lnTo>
                <a:lnTo>
                  <a:pt x="631475" y="315126"/>
                </a:lnTo>
                <a:lnTo>
                  <a:pt x="621760" y="241275"/>
                </a:lnTo>
                <a:lnTo>
                  <a:pt x="603009" y="175205"/>
                </a:lnTo>
                <a:lnTo>
                  <a:pt x="574986" y="119219"/>
                </a:lnTo>
                <a:lnTo>
                  <a:pt x="566582" y="107162"/>
                </a:lnTo>
                <a:close/>
              </a:path>
              <a:path w="632459" h="979170">
                <a:moveTo>
                  <a:pt x="351536" y="0"/>
                </a:moveTo>
                <a:lnTo>
                  <a:pt x="291433" y="5726"/>
                </a:lnTo>
                <a:lnTo>
                  <a:pt x="233426" y="22682"/>
                </a:lnTo>
                <a:lnTo>
                  <a:pt x="176212" y="51619"/>
                </a:lnTo>
                <a:lnTo>
                  <a:pt x="124714" y="89814"/>
                </a:lnTo>
                <a:lnTo>
                  <a:pt x="553810" y="89814"/>
                </a:lnTo>
                <a:lnTo>
                  <a:pt x="516953" y="53225"/>
                </a:lnTo>
                <a:lnTo>
                  <a:pt x="468503" y="23596"/>
                </a:lnTo>
                <a:lnTo>
                  <a:pt x="411305" y="5407"/>
                </a:lnTo>
                <a:lnTo>
                  <a:pt x="351536" y="0"/>
                </a:lnTo>
                <a:close/>
              </a:path>
              <a:path w="632459" h="979170">
                <a:moveTo>
                  <a:pt x="94742" y="19215"/>
                </a:moveTo>
                <a:lnTo>
                  <a:pt x="86995" y="19939"/>
                </a:lnTo>
                <a:lnTo>
                  <a:pt x="96969" y="19939"/>
                </a:lnTo>
                <a:lnTo>
                  <a:pt x="94742" y="19215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6150463" y="8065148"/>
            <a:ext cx="554990" cy="718185"/>
          </a:xfrm>
          <a:custGeom>
            <a:avLst/>
            <a:gdLst/>
            <a:ahLst/>
            <a:cxnLst/>
            <a:rect l="l" t="t" r="r" b="b"/>
            <a:pathLst>
              <a:path w="554990" h="718184">
                <a:moveTo>
                  <a:pt x="257937" y="302653"/>
                </a:moveTo>
                <a:lnTo>
                  <a:pt x="201830" y="306261"/>
                </a:lnTo>
                <a:lnTo>
                  <a:pt x="151796" y="317196"/>
                </a:lnTo>
                <a:lnTo>
                  <a:pt x="107811" y="335459"/>
                </a:lnTo>
                <a:lnTo>
                  <a:pt x="69850" y="361048"/>
                </a:lnTo>
                <a:lnTo>
                  <a:pt x="39326" y="392768"/>
                </a:lnTo>
                <a:lnTo>
                  <a:pt x="17494" y="429425"/>
                </a:lnTo>
                <a:lnTo>
                  <a:pt x="4377" y="471015"/>
                </a:lnTo>
                <a:lnTo>
                  <a:pt x="0" y="517537"/>
                </a:lnTo>
                <a:lnTo>
                  <a:pt x="3673" y="560882"/>
                </a:lnTo>
                <a:lnTo>
                  <a:pt x="14335" y="599613"/>
                </a:lnTo>
                <a:lnTo>
                  <a:pt x="32021" y="633736"/>
                </a:lnTo>
                <a:lnTo>
                  <a:pt x="56769" y="663257"/>
                </a:lnTo>
                <a:lnTo>
                  <a:pt x="87485" y="687069"/>
                </a:lnTo>
                <a:lnTo>
                  <a:pt x="123237" y="704080"/>
                </a:lnTo>
                <a:lnTo>
                  <a:pt x="164014" y="714287"/>
                </a:lnTo>
                <a:lnTo>
                  <a:pt x="209804" y="717689"/>
                </a:lnTo>
                <a:lnTo>
                  <a:pt x="239589" y="716158"/>
                </a:lnTo>
                <a:lnTo>
                  <a:pt x="297922" y="704775"/>
                </a:lnTo>
                <a:lnTo>
                  <a:pt x="354752" y="682380"/>
                </a:lnTo>
                <a:lnTo>
                  <a:pt x="408271" y="650091"/>
                </a:lnTo>
                <a:lnTo>
                  <a:pt x="432816" y="630605"/>
                </a:lnTo>
                <a:lnTo>
                  <a:pt x="553847" y="630605"/>
                </a:lnTo>
                <a:lnTo>
                  <a:pt x="553847" y="617131"/>
                </a:lnTo>
                <a:lnTo>
                  <a:pt x="242189" y="617131"/>
                </a:lnTo>
                <a:lnTo>
                  <a:pt x="217497" y="615459"/>
                </a:lnTo>
                <a:lnTo>
                  <a:pt x="177163" y="601738"/>
                </a:lnTo>
                <a:lnTo>
                  <a:pt x="149209" y="574442"/>
                </a:lnTo>
                <a:lnTo>
                  <a:pt x="135112" y="535143"/>
                </a:lnTo>
                <a:lnTo>
                  <a:pt x="133350" y="511098"/>
                </a:lnTo>
                <a:lnTo>
                  <a:pt x="139367" y="469011"/>
                </a:lnTo>
                <a:lnTo>
                  <a:pt x="157565" y="436278"/>
                </a:lnTo>
                <a:lnTo>
                  <a:pt x="187930" y="412898"/>
                </a:lnTo>
                <a:lnTo>
                  <a:pt x="230451" y="398871"/>
                </a:lnTo>
                <a:lnTo>
                  <a:pt x="285115" y="394195"/>
                </a:lnTo>
                <a:lnTo>
                  <a:pt x="553847" y="394195"/>
                </a:lnTo>
                <a:lnTo>
                  <a:pt x="553847" y="325335"/>
                </a:lnTo>
                <a:lnTo>
                  <a:pt x="427101" y="325335"/>
                </a:lnTo>
                <a:lnTo>
                  <a:pt x="385381" y="315930"/>
                </a:lnTo>
                <a:lnTo>
                  <a:pt x="343185" y="309003"/>
                </a:lnTo>
                <a:lnTo>
                  <a:pt x="300656" y="304572"/>
                </a:lnTo>
                <a:lnTo>
                  <a:pt x="257937" y="302653"/>
                </a:lnTo>
                <a:close/>
              </a:path>
              <a:path w="554990" h="718184">
                <a:moveTo>
                  <a:pt x="537385" y="700455"/>
                </a:moveTo>
                <a:lnTo>
                  <a:pt x="526923" y="700455"/>
                </a:lnTo>
                <a:lnTo>
                  <a:pt x="534289" y="701484"/>
                </a:lnTo>
                <a:lnTo>
                  <a:pt x="537385" y="700455"/>
                </a:lnTo>
                <a:close/>
              </a:path>
              <a:path w="554990" h="718184">
                <a:moveTo>
                  <a:pt x="553847" y="630605"/>
                </a:moveTo>
                <a:lnTo>
                  <a:pt x="432816" y="630605"/>
                </a:lnTo>
                <a:lnTo>
                  <a:pt x="439547" y="674941"/>
                </a:lnTo>
                <a:lnTo>
                  <a:pt x="439859" y="680974"/>
                </a:lnTo>
                <a:lnTo>
                  <a:pt x="439968" y="682380"/>
                </a:lnTo>
                <a:lnTo>
                  <a:pt x="443230" y="689203"/>
                </a:lnTo>
                <a:lnTo>
                  <a:pt x="454406" y="698855"/>
                </a:lnTo>
                <a:lnTo>
                  <a:pt x="461772" y="701179"/>
                </a:lnTo>
                <a:lnTo>
                  <a:pt x="469138" y="700455"/>
                </a:lnTo>
                <a:lnTo>
                  <a:pt x="537385" y="700455"/>
                </a:lnTo>
                <a:lnTo>
                  <a:pt x="541782" y="698995"/>
                </a:lnTo>
                <a:lnTo>
                  <a:pt x="546989" y="693712"/>
                </a:lnTo>
                <a:lnTo>
                  <a:pt x="552323" y="688428"/>
                </a:lnTo>
                <a:lnTo>
                  <a:pt x="554863" y="680974"/>
                </a:lnTo>
                <a:lnTo>
                  <a:pt x="553847" y="673582"/>
                </a:lnTo>
                <a:lnTo>
                  <a:pt x="553847" y="630605"/>
                </a:lnTo>
                <a:close/>
              </a:path>
              <a:path w="554990" h="718184">
                <a:moveTo>
                  <a:pt x="553847" y="394195"/>
                </a:moveTo>
                <a:lnTo>
                  <a:pt x="285115" y="394195"/>
                </a:lnTo>
                <a:lnTo>
                  <a:pt x="303113" y="394521"/>
                </a:lnTo>
                <a:lnTo>
                  <a:pt x="321087" y="395422"/>
                </a:lnTo>
                <a:lnTo>
                  <a:pt x="374653" y="401424"/>
                </a:lnTo>
                <a:lnTo>
                  <a:pt x="427482" y="411645"/>
                </a:lnTo>
                <a:lnTo>
                  <a:pt x="427482" y="548741"/>
                </a:lnTo>
                <a:lnTo>
                  <a:pt x="383032" y="577756"/>
                </a:lnTo>
                <a:lnTo>
                  <a:pt x="334772" y="599770"/>
                </a:lnTo>
                <a:lnTo>
                  <a:pt x="289242" y="612455"/>
                </a:lnTo>
                <a:lnTo>
                  <a:pt x="242189" y="617131"/>
                </a:lnTo>
                <a:lnTo>
                  <a:pt x="553847" y="617131"/>
                </a:lnTo>
                <a:lnTo>
                  <a:pt x="553847" y="394195"/>
                </a:lnTo>
                <a:close/>
              </a:path>
              <a:path w="554990" h="718184">
                <a:moveTo>
                  <a:pt x="531659" y="105448"/>
                </a:moveTo>
                <a:lnTo>
                  <a:pt x="282067" y="105448"/>
                </a:lnTo>
                <a:lnTo>
                  <a:pt x="319333" y="107341"/>
                </a:lnTo>
                <a:lnTo>
                  <a:pt x="350551" y="112906"/>
                </a:lnTo>
                <a:lnTo>
                  <a:pt x="394843" y="135051"/>
                </a:lnTo>
                <a:lnTo>
                  <a:pt x="419068" y="175307"/>
                </a:lnTo>
                <a:lnTo>
                  <a:pt x="427101" y="237109"/>
                </a:lnTo>
                <a:lnTo>
                  <a:pt x="427101" y="325335"/>
                </a:lnTo>
                <a:lnTo>
                  <a:pt x="553847" y="325335"/>
                </a:lnTo>
                <a:lnTo>
                  <a:pt x="553847" y="214769"/>
                </a:lnTo>
                <a:lnTo>
                  <a:pt x="549989" y="163287"/>
                </a:lnTo>
                <a:lnTo>
                  <a:pt x="538607" y="119045"/>
                </a:lnTo>
                <a:lnTo>
                  <a:pt x="531659" y="105448"/>
                </a:lnTo>
                <a:close/>
              </a:path>
              <a:path w="554990" h="718184">
                <a:moveTo>
                  <a:pt x="305181" y="0"/>
                </a:moveTo>
                <a:lnTo>
                  <a:pt x="241887" y="2841"/>
                </a:lnTo>
                <a:lnTo>
                  <a:pt x="179070" y="11341"/>
                </a:lnTo>
                <a:lnTo>
                  <a:pt x="125142" y="23128"/>
                </a:lnTo>
                <a:lnTo>
                  <a:pt x="73025" y="40944"/>
                </a:lnTo>
                <a:lnTo>
                  <a:pt x="45954" y="74504"/>
                </a:lnTo>
                <a:lnTo>
                  <a:pt x="46101" y="81305"/>
                </a:lnTo>
                <a:lnTo>
                  <a:pt x="46101" y="117259"/>
                </a:lnTo>
                <a:lnTo>
                  <a:pt x="47232" y="127887"/>
                </a:lnTo>
                <a:lnTo>
                  <a:pt x="50577" y="135470"/>
                </a:lnTo>
                <a:lnTo>
                  <a:pt x="56066" y="140015"/>
                </a:lnTo>
                <a:lnTo>
                  <a:pt x="63627" y="141528"/>
                </a:lnTo>
                <a:lnTo>
                  <a:pt x="67437" y="141478"/>
                </a:lnTo>
                <a:lnTo>
                  <a:pt x="71247" y="140792"/>
                </a:lnTo>
                <a:lnTo>
                  <a:pt x="74930" y="139496"/>
                </a:lnTo>
                <a:lnTo>
                  <a:pt x="84963" y="136093"/>
                </a:lnTo>
                <a:lnTo>
                  <a:pt x="133316" y="123103"/>
                </a:lnTo>
                <a:lnTo>
                  <a:pt x="182419" y="113645"/>
                </a:lnTo>
                <a:lnTo>
                  <a:pt x="232070" y="107750"/>
                </a:lnTo>
                <a:lnTo>
                  <a:pt x="282067" y="105448"/>
                </a:lnTo>
                <a:lnTo>
                  <a:pt x="531659" y="105448"/>
                </a:lnTo>
                <a:lnTo>
                  <a:pt x="519699" y="82044"/>
                </a:lnTo>
                <a:lnTo>
                  <a:pt x="493268" y="52285"/>
                </a:lnTo>
                <a:lnTo>
                  <a:pt x="458860" y="29409"/>
                </a:lnTo>
                <a:lnTo>
                  <a:pt x="416036" y="13069"/>
                </a:lnTo>
                <a:lnTo>
                  <a:pt x="364805" y="3267"/>
                </a:lnTo>
                <a:lnTo>
                  <a:pt x="305181" y="0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6792193" y="8083979"/>
            <a:ext cx="654050" cy="974090"/>
          </a:xfrm>
          <a:custGeom>
            <a:avLst/>
            <a:gdLst/>
            <a:ahLst/>
            <a:cxnLst/>
            <a:rect l="l" t="t" r="r" b="b"/>
            <a:pathLst>
              <a:path w="654050" h="974090">
                <a:moveTo>
                  <a:pt x="552303" y="1"/>
                </a:moveTo>
                <a:lnTo>
                  <a:pt x="517138" y="28351"/>
                </a:lnTo>
                <a:lnTo>
                  <a:pt x="514477" y="36413"/>
                </a:lnTo>
                <a:lnTo>
                  <a:pt x="332994" y="557481"/>
                </a:lnTo>
                <a:lnTo>
                  <a:pt x="144907" y="36413"/>
                </a:lnTo>
                <a:lnTo>
                  <a:pt x="142245" y="28341"/>
                </a:lnTo>
                <a:lnTo>
                  <a:pt x="138668" y="20670"/>
                </a:lnTo>
                <a:lnTo>
                  <a:pt x="107027" y="0"/>
                </a:lnTo>
                <a:lnTo>
                  <a:pt x="99314" y="129"/>
                </a:lnTo>
                <a:lnTo>
                  <a:pt x="6223" y="129"/>
                </a:lnTo>
                <a:lnTo>
                  <a:pt x="0" y="5552"/>
                </a:lnTo>
                <a:lnTo>
                  <a:pt x="0" y="16220"/>
                </a:lnTo>
                <a:lnTo>
                  <a:pt x="1305" y="24570"/>
                </a:lnTo>
                <a:lnTo>
                  <a:pt x="3302" y="32771"/>
                </a:lnTo>
                <a:lnTo>
                  <a:pt x="5965" y="40776"/>
                </a:lnTo>
                <a:lnTo>
                  <a:pt x="9271" y="48541"/>
                </a:lnTo>
                <a:lnTo>
                  <a:pt x="268097" y="688215"/>
                </a:lnTo>
                <a:lnTo>
                  <a:pt x="242570" y="756261"/>
                </a:lnTo>
                <a:lnTo>
                  <a:pt x="218376" y="810689"/>
                </a:lnTo>
                <a:lnTo>
                  <a:pt x="191516" y="844933"/>
                </a:lnTo>
                <a:lnTo>
                  <a:pt x="153971" y="864191"/>
                </a:lnTo>
                <a:lnTo>
                  <a:pt x="112141" y="869076"/>
                </a:lnTo>
                <a:lnTo>
                  <a:pt x="103020" y="869049"/>
                </a:lnTo>
                <a:lnTo>
                  <a:pt x="93948" y="868588"/>
                </a:lnTo>
                <a:lnTo>
                  <a:pt x="84923" y="867691"/>
                </a:lnTo>
                <a:lnTo>
                  <a:pt x="75946" y="866358"/>
                </a:lnTo>
                <a:lnTo>
                  <a:pt x="69342" y="864935"/>
                </a:lnTo>
                <a:lnTo>
                  <a:pt x="62484" y="864059"/>
                </a:lnTo>
                <a:lnTo>
                  <a:pt x="35560" y="889269"/>
                </a:lnTo>
                <a:lnTo>
                  <a:pt x="35560" y="924194"/>
                </a:lnTo>
                <a:lnTo>
                  <a:pt x="55372" y="962654"/>
                </a:lnTo>
                <a:lnTo>
                  <a:pt x="63754" y="964446"/>
                </a:lnTo>
                <a:lnTo>
                  <a:pt x="82649" y="968747"/>
                </a:lnTo>
                <a:lnTo>
                  <a:pt x="101758" y="971756"/>
                </a:lnTo>
                <a:lnTo>
                  <a:pt x="121011" y="973464"/>
                </a:lnTo>
                <a:lnTo>
                  <a:pt x="140335" y="973862"/>
                </a:lnTo>
                <a:lnTo>
                  <a:pt x="177055" y="971391"/>
                </a:lnTo>
                <a:lnTo>
                  <a:pt x="239400" y="951269"/>
                </a:lnTo>
                <a:lnTo>
                  <a:pt x="288168" y="910162"/>
                </a:lnTo>
                <a:lnTo>
                  <a:pt x="330217" y="843641"/>
                </a:lnTo>
                <a:lnTo>
                  <a:pt x="349123" y="800584"/>
                </a:lnTo>
                <a:lnTo>
                  <a:pt x="644652" y="48541"/>
                </a:lnTo>
                <a:lnTo>
                  <a:pt x="647959" y="40766"/>
                </a:lnTo>
                <a:lnTo>
                  <a:pt x="650636" y="32762"/>
                </a:lnTo>
                <a:lnTo>
                  <a:pt x="652670" y="24567"/>
                </a:lnTo>
                <a:lnTo>
                  <a:pt x="654050" y="16220"/>
                </a:lnTo>
                <a:lnTo>
                  <a:pt x="654050" y="5564"/>
                </a:lnTo>
                <a:lnTo>
                  <a:pt x="647827" y="129"/>
                </a:lnTo>
                <a:lnTo>
                  <a:pt x="560070" y="129"/>
                </a:lnTo>
                <a:lnTo>
                  <a:pt x="552303" y="1"/>
                </a:lnTo>
                <a:close/>
              </a:path>
            </a:pathLst>
          </a:custGeom>
          <a:solidFill>
            <a:srgbClr val="0A6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512767" y="8811384"/>
            <a:ext cx="2197100" cy="494665"/>
          </a:xfrm>
          <a:custGeom>
            <a:avLst/>
            <a:gdLst/>
            <a:ahLst/>
            <a:cxnLst/>
            <a:rect l="l" t="t" r="r" b="b"/>
            <a:pathLst>
              <a:path w="2197100" h="494665">
                <a:moveTo>
                  <a:pt x="15674" y="43212"/>
                </a:moveTo>
                <a:lnTo>
                  <a:pt x="3168" y="50305"/>
                </a:lnTo>
                <a:lnTo>
                  <a:pt x="0" y="64158"/>
                </a:lnTo>
                <a:lnTo>
                  <a:pt x="9536" y="79987"/>
                </a:lnTo>
                <a:lnTo>
                  <a:pt x="47225" y="112943"/>
                </a:lnTo>
                <a:lnTo>
                  <a:pt x="85815" y="144628"/>
                </a:lnTo>
                <a:lnTo>
                  <a:pt x="125273" y="175029"/>
                </a:lnTo>
                <a:lnTo>
                  <a:pt x="165565" y="204132"/>
                </a:lnTo>
                <a:lnTo>
                  <a:pt x="206658" y="231926"/>
                </a:lnTo>
                <a:lnTo>
                  <a:pt x="248520" y="258397"/>
                </a:lnTo>
                <a:lnTo>
                  <a:pt x="291118" y="283533"/>
                </a:lnTo>
                <a:lnTo>
                  <a:pt x="334418" y="307323"/>
                </a:lnTo>
                <a:lnTo>
                  <a:pt x="378388" y="329752"/>
                </a:lnTo>
                <a:lnTo>
                  <a:pt x="422995" y="350809"/>
                </a:lnTo>
                <a:lnTo>
                  <a:pt x="468206" y="370480"/>
                </a:lnTo>
                <a:lnTo>
                  <a:pt x="513988" y="388754"/>
                </a:lnTo>
                <a:lnTo>
                  <a:pt x="560307" y="405618"/>
                </a:lnTo>
                <a:lnTo>
                  <a:pt x="607132" y="421059"/>
                </a:lnTo>
                <a:lnTo>
                  <a:pt x="654429" y="435065"/>
                </a:lnTo>
                <a:lnTo>
                  <a:pt x="702165" y="447623"/>
                </a:lnTo>
                <a:lnTo>
                  <a:pt x="750307" y="458720"/>
                </a:lnTo>
                <a:lnTo>
                  <a:pt x="798822" y="468345"/>
                </a:lnTo>
                <a:lnTo>
                  <a:pt x="847678" y="476483"/>
                </a:lnTo>
                <a:lnTo>
                  <a:pt x="896840" y="483124"/>
                </a:lnTo>
                <a:lnTo>
                  <a:pt x="946278" y="488254"/>
                </a:lnTo>
                <a:lnTo>
                  <a:pt x="995956" y="491861"/>
                </a:lnTo>
                <a:lnTo>
                  <a:pt x="1045844" y="493931"/>
                </a:lnTo>
                <a:lnTo>
                  <a:pt x="1095907" y="494454"/>
                </a:lnTo>
                <a:lnTo>
                  <a:pt x="1143639" y="493669"/>
                </a:lnTo>
                <a:lnTo>
                  <a:pt x="1192053" y="491320"/>
                </a:lnTo>
                <a:lnTo>
                  <a:pt x="1241009" y="487419"/>
                </a:lnTo>
                <a:lnTo>
                  <a:pt x="1290369" y="481976"/>
                </a:lnTo>
                <a:lnTo>
                  <a:pt x="1339996" y="475000"/>
                </a:lnTo>
                <a:lnTo>
                  <a:pt x="1389751" y="466503"/>
                </a:lnTo>
                <a:lnTo>
                  <a:pt x="1439497" y="456495"/>
                </a:lnTo>
                <a:lnTo>
                  <a:pt x="1489095" y="444985"/>
                </a:lnTo>
                <a:lnTo>
                  <a:pt x="1538407" y="431986"/>
                </a:lnTo>
                <a:lnTo>
                  <a:pt x="1587295" y="417506"/>
                </a:lnTo>
                <a:lnTo>
                  <a:pt x="1635621" y="401557"/>
                </a:lnTo>
                <a:lnTo>
                  <a:pt x="1683247" y="384149"/>
                </a:lnTo>
                <a:lnTo>
                  <a:pt x="1730035" y="365292"/>
                </a:lnTo>
                <a:lnTo>
                  <a:pt x="1775846" y="344996"/>
                </a:lnTo>
                <a:lnTo>
                  <a:pt x="1794292" y="336031"/>
                </a:lnTo>
                <a:lnTo>
                  <a:pt x="1121218" y="336031"/>
                </a:lnTo>
                <a:lnTo>
                  <a:pt x="1069732" y="335420"/>
                </a:lnTo>
                <a:lnTo>
                  <a:pt x="1018422" y="333596"/>
                </a:lnTo>
                <a:lnTo>
                  <a:pt x="967318" y="330580"/>
                </a:lnTo>
                <a:lnTo>
                  <a:pt x="916450" y="326389"/>
                </a:lnTo>
                <a:lnTo>
                  <a:pt x="865847" y="321040"/>
                </a:lnTo>
                <a:lnTo>
                  <a:pt x="815539" y="314553"/>
                </a:lnTo>
                <a:lnTo>
                  <a:pt x="765556" y="306946"/>
                </a:lnTo>
                <a:lnTo>
                  <a:pt x="715926" y="298236"/>
                </a:lnTo>
                <a:lnTo>
                  <a:pt x="666681" y="288442"/>
                </a:lnTo>
                <a:lnTo>
                  <a:pt x="617849" y="277582"/>
                </a:lnTo>
                <a:lnTo>
                  <a:pt x="569460" y="265674"/>
                </a:lnTo>
                <a:lnTo>
                  <a:pt x="521544" y="252737"/>
                </a:lnTo>
                <a:lnTo>
                  <a:pt x="474130" y="238788"/>
                </a:lnTo>
                <a:lnTo>
                  <a:pt x="427248" y="223845"/>
                </a:lnTo>
                <a:lnTo>
                  <a:pt x="380928" y="207928"/>
                </a:lnTo>
                <a:lnTo>
                  <a:pt x="335200" y="191054"/>
                </a:lnTo>
                <a:lnTo>
                  <a:pt x="290092" y="173240"/>
                </a:lnTo>
                <a:lnTo>
                  <a:pt x="245635" y="154507"/>
                </a:lnTo>
                <a:lnTo>
                  <a:pt x="201859" y="134871"/>
                </a:lnTo>
                <a:lnTo>
                  <a:pt x="158792" y="114350"/>
                </a:lnTo>
                <a:lnTo>
                  <a:pt x="116465" y="92964"/>
                </a:lnTo>
                <a:lnTo>
                  <a:pt x="74907" y="70729"/>
                </a:lnTo>
                <a:lnTo>
                  <a:pt x="34148" y="47665"/>
                </a:lnTo>
                <a:lnTo>
                  <a:pt x="15674" y="43212"/>
                </a:lnTo>
                <a:close/>
              </a:path>
              <a:path w="2197100" h="494665">
                <a:moveTo>
                  <a:pt x="2195839" y="85454"/>
                </a:moveTo>
                <a:lnTo>
                  <a:pt x="1962774" y="85454"/>
                </a:lnTo>
                <a:lnTo>
                  <a:pt x="2016392" y="86402"/>
                </a:lnTo>
                <a:lnTo>
                  <a:pt x="2059539" y="93403"/>
                </a:lnTo>
                <a:lnTo>
                  <a:pt x="2085630" y="108447"/>
                </a:lnTo>
                <a:lnTo>
                  <a:pt x="2085503" y="108447"/>
                </a:lnTo>
                <a:lnTo>
                  <a:pt x="2093518" y="137388"/>
                </a:lnTo>
                <a:lnTo>
                  <a:pt x="2089257" y="180921"/>
                </a:lnTo>
                <a:lnTo>
                  <a:pt x="2076359" y="233129"/>
                </a:lnTo>
                <a:lnTo>
                  <a:pt x="2058466" y="288097"/>
                </a:lnTo>
                <a:lnTo>
                  <a:pt x="2039219" y="339908"/>
                </a:lnTo>
                <a:lnTo>
                  <a:pt x="2022257" y="382644"/>
                </a:lnTo>
                <a:lnTo>
                  <a:pt x="2020457" y="396421"/>
                </a:lnTo>
                <a:lnTo>
                  <a:pt x="2026528" y="404149"/>
                </a:lnTo>
                <a:lnTo>
                  <a:pt x="2037956" y="404669"/>
                </a:lnTo>
                <a:lnTo>
                  <a:pt x="2052229" y="396822"/>
                </a:lnTo>
                <a:lnTo>
                  <a:pt x="2091710" y="356890"/>
                </a:lnTo>
                <a:lnTo>
                  <a:pt x="2124410" y="310769"/>
                </a:lnTo>
                <a:lnTo>
                  <a:pt x="2150626" y="261025"/>
                </a:lnTo>
                <a:lnTo>
                  <a:pt x="2170652" y="210222"/>
                </a:lnTo>
                <a:lnTo>
                  <a:pt x="2184782" y="160925"/>
                </a:lnTo>
                <a:lnTo>
                  <a:pt x="2193312" y="115700"/>
                </a:lnTo>
                <a:lnTo>
                  <a:pt x="2195839" y="85454"/>
                </a:lnTo>
                <a:close/>
              </a:path>
              <a:path w="2197100" h="494665">
                <a:moveTo>
                  <a:pt x="1978694" y="163319"/>
                </a:moveTo>
                <a:lnTo>
                  <a:pt x="1950502" y="165940"/>
                </a:lnTo>
                <a:lnTo>
                  <a:pt x="1903980" y="184931"/>
                </a:lnTo>
                <a:lnTo>
                  <a:pt x="1857077" y="202818"/>
                </a:lnTo>
                <a:lnTo>
                  <a:pt x="1809812" y="219599"/>
                </a:lnTo>
                <a:lnTo>
                  <a:pt x="1762206" y="235269"/>
                </a:lnTo>
                <a:lnTo>
                  <a:pt x="1714278" y="249824"/>
                </a:lnTo>
                <a:lnTo>
                  <a:pt x="1666048" y="263260"/>
                </a:lnTo>
                <a:lnTo>
                  <a:pt x="1617488" y="275583"/>
                </a:lnTo>
                <a:lnTo>
                  <a:pt x="1568760" y="286758"/>
                </a:lnTo>
                <a:lnTo>
                  <a:pt x="1519742" y="296812"/>
                </a:lnTo>
                <a:lnTo>
                  <a:pt x="1470500" y="305731"/>
                </a:lnTo>
                <a:lnTo>
                  <a:pt x="1421056" y="313510"/>
                </a:lnTo>
                <a:lnTo>
                  <a:pt x="1371427" y="320146"/>
                </a:lnTo>
                <a:lnTo>
                  <a:pt x="1321634" y="325635"/>
                </a:lnTo>
                <a:lnTo>
                  <a:pt x="1271697" y="329972"/>
                </a:lnTo>
                <a:lnTo>
                  <a:pt x="1221636" y="333153"/>
                </a:lnTo>
                <a:lnTo>
                  <a:pt x="1171469" y="335174"/>
                </a:lnTo>
                <a:lnTo>
                  <a:pt x="1121218" y="336031"/>
                </a:lnTo>
                <a:lnTo>
                  <a:pt x="1794292" y="336031"/>
                </a:lnTo>
                <a:lnTo>
                  <a:pt x="1863988" y="300131"/>
                </a:lnTo>
                <a:lnTo>
                  <a:pt x="1906059" y="275572"/>
                </a:lnTo>
                <a:lnTo>
                  <a:pt x="1946568" y="249638"/>
                </a:lnTo>
                <a:lnTo>
                  <a:pt x="1985427" y="222307"/>
                </a:lnTo>
                <a:lnTo>
                  <a:pt x="1985661" y="222307"/>
                </a:lnTo>
                <a:lnTo>
                  <a:pt x="2002455" y="198723"/>
                </a:lnTo>
                <a:lnTo>
                  <a:pt x="1998111" y="176599"/>
                </a:lnTo>
                <a:lnTo>
                  <a:pt x="1978694" y="163319"/>
                </a:lnTo>
                <a:close/>
              </a:path>
              <a:path w="2197100" h="494665">
                <a:moveTo>
                  <a:pt x="1985661" y="222307"/>
                </a:moveTo>
                <a:lnTo>
                  <a:pt x="1985427" y="222307"/>
                </a:lnTo>
                <a:lnTo>
                  <a:pt x="1985427" y="222634"/>
                </a:lnTo>
                <a:lnTo>
                  <a:pt x="1985661" y="222307"/>
                </a:lnTo>
                <a:close/>
              </a:path>
              <a:path w="2197100" h="494665">
                <a:moveTo>
                  <a:pt x="2060427" y="0"/>
                </a:moveTo>
                <a:lnTo>
                  <a:pt x="2009281" y="768"/>
                </a:lnTo>
                <a:lnTo>
                  <a:pt x="1955187" y="6819"/>
                </a:lnTo>
                <a:lnTo>
                  <a:pt x="1900510" y="19136"/>
                </a:lnTo>
                <a:lnTo>
                  <a:pt x="1847614" y="38702"/>
                </a:lnTo>
                <a:lnTo>
                  <a:pt x="1798864" y="66499"/>
                </a:lnTo>
                <a:lnTo>
                  <a:pt x="1785101" y="89397"/>
                </a:lnTo>
                <a:lnTo>
                  <a:pt x="1791060" y="97235"/>
                </a:lnTo>
                <a:lnTo>
                  <a:pt x="1804960" y="99037"/>
                </a:lnTo>
                <a:lnTo>
                  <a:pt x="1850472" y="93761"/>
                </a:lnTo>
                <a:lnTo>
                  <a:pt x="1905271" y="88570"/>
                </a:lnTo>
                <a:lnTo>
                  <a:pt x="1962774" y="85454"/>
                </a:lnTo>
                <a:lnTo>
                  <a:pt x="2195839" y="85454"/>
                </a:lnTo>
                <a:lnTo>
                  <a:pt x="2196536" y="77111"/>
                </a:lnTo>
                <a:lnTo>
                  <a:pt x="2188246" y="30101"/>
                </a:lnTo>
                <a:lnTo>
                  <a:pt x="2144418" y="10381"/>
                </a:lnTo>
                <a:lnTo>
                  <a:pt x="2106261" y="3532"/>
                </a:lnTo>
                <a:lnTo>
                  <a:pt x="206042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0"/>
            <a:ext cx="2344420" cy="2506345"/>
          </a:xfrm>
          <a:custGeom>
            <a:avLst/>
            <a:gdLst/>
            <a:ahLst/>
            <a:cxnLst/>
            <a:rect l="l" t="t" r="r" b="b"/>
            <a:pathLst>
              <a:path w="2344420" h="2506345">
                <a:moveTo>
                  <a:pt x="1909361" y="0"/>
                </a:moveTo>
                <a:lnTo>
                  <a:pt x="0" y="0"/>
                </a:lnTo>
                <a:lnTo>
                  <a:pt x="0" y="2234838"/>
                </a:lnTo>
                <a:lnTo>
                  <a:pt x="271011" y="2506014"/>
                </a:lnTo>
                <a:lnTo>
                  <a:pt x="2343949" y="434326"/>
                </a:lnTo>
                <a:lnTo>
                  <a:pt x="1909361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0731" y="1076528"/>
            <a:ext cx="15799236" cy="2282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82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5701" y="840613"/>
            <a:ext cx="11329296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902" y="2999740"/>
            <a:ext cx="16958894" cy="534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0731" y="1076528"/>
            <a:ext cx="10179050" cy="22828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414"/>
              </a:spcBef>
              <a:tabLst>
                <a:tab pos="5906135" algn="l"/>
              </a:tabLst>
            </a:pPr>
            <a:r>
              <a:rPr sz="7500" spc="61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7500" spc="63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7500" spc="40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7500" spc="-335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7500" spc="590" dirty="0">
                <a:solidFill>
                  <a:srgbClr val="FFFFFF"/>
                </a:solidFill>
                <a:latin typeface="Cambria"/>
                <a:cs typeface="Cambria"/>
              </a:rPr>
              <a:t>YZI</a:t>
            </a:r>
            <a:r>
              <a:rPr sz="7500" spc="795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7500" spc="1019" dirty="0">
                <a:solidFill>
                  <a:srgbClr val="FFFFFF"/>
                </a:solidFill>
                <a:latin typeface="Cambria"/>
                <a:cs typeface="Cambria"/>
              </a:rPr>
              <a:t>G</a:t>
            </a:r>
            <a:r>
              <a:rPr sz="75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7500" spc="630" dirty="0">
                <a:solidFill>
                  <a:srgbClr val="FFFFFF"/>
                </a:solidFill>
                <a:latin typeface="Cambria"/>
                <a:cs typeface="Cambria"/>
              </a:rPr>
              <a:t>AMA</a:t>
            </a:r>
            <a:r>
              <a:rPr sz="7500" spc="445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7500" spc="810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7500" spc="480" dirty="0">
                <a:solidFill>
                  <a:srgbClr val="FFFFFF"/>
                </a:solidFill>
                <a:latin typeface="Cambria"/>
                <a:cs typeface="Cambria"/>
              </a:rPr>
              <a:t>N  </a:t>
            </a:r>
            <a:r>
              <a:rPr sz="7500" spc="360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7500" spc="2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7500" spc="275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endParaRPr sz="75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0731" y="3734003"/>
            <a:ext cx="8072120" cy="4037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0300" algn="l"/>
                <a:tab pos="3929379" algn="l"/>
                <a:tab pos="4364990" algn="l"/>
                <a:tab pos="6347460" algn="l"/>
              </a:tabLst>
            </a:pPr>
            <a:r>
              <a:rPr sz="4200" spc="-55" dirty="0">
                <a:solidFill>
                  <a:srgbClr val="FFFFFF"/>
                </a:solidFill>
                <a:latin typeface="Palatino Linotype"/>
                <a:cs typeface="Palatino Linotype"/>
              </a:rPr>
              <a:t>company	</a:t>
            </a:r>
            <a:r>
              <a:rPr sz="4200" spc="-30" dirty="0">
                <a:solidFill>
                  <a:srgbClr val="FFFFFF"/>
                </a:solidFill>
                <a:latin typeface="Palatino Linotype"/>
                <a:cs typeface="Palatino Linotype"/>
              </a:rPr>
              <a:t>name	</a:t>
            </a:r>
            <a:r>
              <a:rPr sz="4200" spc="140" dirty="0">
                <a:solidFill>
                  <a:srgbClr val="FFFFFF"/>
                </a:solidFill>
                <a:latin typeface="Palatino Linotype"/>
                <a:cs typeface="Palatino Linotype"/>
              </a:rPr>
              <a:t>-	</a:t>
            </a:r>
            <a:r>
              <a:rPr sz="4200" spc="-60" dirty="0">
                <a:solidFill>
                  <a:srgbClr val="FFFFFF"/>
                </a:solidFill>
                <a:latin typeface="Palatino Linotype"/>
                <a:cs typeface="Palatino Linotype"/>
              </a:rPr>
              <a:t>Unified	</a:t>
            </a:r>
            <a:r>
              <a:rPr sz="4200" spc="-50" dirty="0">
                <a:solidFill>
                  <a:srgbClr val="FFFFFF"/>
                </a:solidFill>
                <a:latin typeface="Palatino Linotype"/>
                <a:cs typeface="Palatino Linotype"/>
              </a:rPr>
              <a:t>Mentor</a:t>
            </a:r>
            <a:endParaRPr sz="4200">
              <a:latin typeface="Palatino Linotype"/>
              <a:cs typeface="Palatino Linotype"/>
            </a:endParaRPr>
          </a:p>
          <a:p>
            <a:pPr marL="12700" marR="2261235">
              <a:lnSpc>
                <a:spcPct val="175600"/>
              </a:lnSpc>
              <a:tabLst>
                <a:tab pos="1166495" algn="l"/>
                <a:tab pos="1372870" algn="l"/>
                <a:tab pos="2421890" algn="l"/>
                <a:tab pos="2628265" algn="l"/>
                <a:tab pos="2857500" algn="l"/>
                <a:tab pos="3063875" algn="l"/>
              </a:tabLst>
            </a:pPr>
            <a:r>
              <a:rPr sz="4200" spc="20" dirty="0">
                <a:solidFill>
                  <a:srgbClr val="FFFFFF"/>
                </a:solidFill>
                <a:latin typeface="Palatino Linotype"/>
                <a:cs typeface="Palatino Linotype"/>
              </a:rPr>
              <a:t>Start		</a:t>
            </a:r>
            <a:r>
              <a:rPr sz="4200" spc="-15" dirty="0">
                <a:solidFill>
                  <a:srgbClr val="FFFFFF"/>
                </a:solidFill>
                <a:latin typeface="Palatino Linotype"/>
                <a:cs typeface="Palatino Linotype"/>
              </a:rPr>
              <a:t>date		</a:t>
            </a:r>
            <a:r>
              <a:rPr sz="4200" spc="140" dirty="0">
                <a:solidFill>
                  <a:srgbClr val="FFFFFF"/>
                </a:solidFill>
                <a:latin typeface="Palatino Linotype"/>
                <a:cs typeface="Palatino Linotype"/>
              </a:rPr>
              <a:t>-		</a:t>
            </a:r>
            <a:r>
              <a:rPr sz="4200" spc="185" dirty="0">
                <a:solidFill>
                  <a:srgbClr val="FFFFFF"/>
                </a:solidFill>
                <a:latin typeface="Palatino Linotype"/>
                <a:cs typeface="Palatino Linotype"/>
              </a:rPr>
              <a:t>15/01/2024  </a:t>
            </a:r>
            <a:r>
              <a:rPr sz="4200" spc="-130" dirty="0">
                <a:solidFill>
                  <a:srgbClr val="FFFFFF"/>
                </a:solidFill>
                <a:latin typeface="Palatino Linotype"/>
                <a:cs typeface="Palatino Linotype"/>
              </a:rPr>
              <a:t>End	</a:t>
            </a:r>
            <a:r>
              <a:rPr sz="4200" spc="-15" dirty="0">
                <a:solidFill>
                  <a:srgbClr val="FFFFFF"/>
                </a:solidFill>
                <a:latin typeface="Palatino Linotype"/>
                <a:cs typeface="Palatino Linotype"/>
              </a:rPr>
              <a:t>date	</a:t>
            </a:r>
            <a:r>
              <a:rPr sz="4200" spc="140" dirty="0">
                <a:solidFill>
                  <a:srgbClr val="FFFFFF"/>
                </a:solidFill>
                <a:latin typeface="Palatino Linotype"/>
                <a:cs typeface="Palatino Linotype"/>
              </a:rPr>
              <a:t>-		</a:t>
            </a:r>
            <a:r>
              <a:rPr sz="4200" spc="200" dirty="0">
                <a:solidFill>
                  <a:srgbClr val="FFFFFF"/>
                </a:solidFill>
                <a:latin typeface="Palatino Linotype"/>
                <a:cs typeface="Palatino Linotype"/>
              </a:rPr>
              <a:t>15/02/2024</a:t>
            </a:r>
            <a:endParaRPr sz="4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809"/>
              </a:spcBef>
              <a:tabLst>
                <a:tab pos="2539365" algn="l"/>
                <a:tab pos="3553460" algn="l"/>
                <a:tab pos="4962525" algn="l"/>
              </a:tabLst>
            </a:pPr>
            <a:r>
              <a:rPr sz="4200" spc="-45" dirty="0">
                <a:solidFill>
                  <a:srgbClr val="FFFFFF"/>
                </a:solidFill>
                <a:latin typeface="Palatino Linotype"/>
                <a:cs typeface="Palatino Linotype"/>
              </a:rPr>
              <a:t>presented	</a:t>
            </a:r>
            <a:r>
              <a:rPr sz="4200" spc="10" dirty="0">
                <a:solidFill>
                  <a:srgbClr val="FFFFFF"/>
                </a:solidFill>
                <a:latin typeface="Palatino Linotype"/>
                <a:cs typeface="Palatino Linotype"/>
              </a:rPr>
              <a:t>by-	</a:t>
            </a:r>
            <a:r>
              <a:rPr sz="4200" spc="-70" dirty="0">
                <a:solidFill>
                  <a:srgbClr val="FFFFFF"/>
                </a:solidFill>
                <a:latin typeface="Palatino Linotype"/>
                <a:cs typeface="Palatino Linotype"/>
              </a:rPr>
              <a:t>Israd	</a:t>
            </a:r>
            <a:r>
              <a:rPr sz="4200" spc="130" dirty="0">
                <a:solidFill>
                  <a:srgbClr val="FFFFFF"/>
                </a:solidFill>
                <a:latin typeface="Palatino Linotype"/>
                <a:cs typeface="Palatino Linotype"/>
              </a:rPr>
              <a:t>(211401022)</a:t>
            </a:r>
            <a:endParaRPr sz="42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9654" y="0"/>
            <a:ext cx="6478346" cy="7407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0783" y="0"/>
            <a:ext cx="5647690" cy="5734685"/>
            <a:chOff x="12640783" y="0"/>
            <a:chExt cx="5647690" cy="5734685"/>
          </a:xfrm>
        </p:grpSpPr>
        <p:sp>
          <p:nvSpPr>
            <p:cNvPr id="3" name="object 3"/>
            <p:cNvSpPr/>
            <p:nvPr/>
          </p:nvSpPr>
          <p:spPr>
            <a:xfrm>
              <a:off x="16373094" y="2795257"/>
              <a:ext cx="1915160" cy="2939415"/>
            </a:xfrm>
            <a:custGeom>
              <a:avLst/>
              <a:gdLst/>
              <a:ahLst/>
              <a:cxnLst/>
              <a:rect l="l" t="t" r="r" b="b"/>
              <a:pathLst>
                <a:path w="1915159" h="2939415">
                  <a:moveTo>
                    <a:pt x="1739646" y="0"/>
                  </a:moveTo>
                  <a:lnTo>
                    <a:pt x="0" y="1738312"/>
                  </a:lnTo>
                  <a:lnTo>
                    <a:pt x="1201420" y="2938868"/>
                  </a:lnTo>
                  <a:lnTo>
                    <a:pt x="1914942" y="2225893"/>
                  </a:lnTo>
                  <a:lnTo>
                    <a:pt x="1914942" y="175170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40780" y="12"/>
              <a:ext cx="5647690" cy="4629150"/>
            </a:xfrm>
            <a:custGeom>
              <a:avLst/>
              <a:gdLst/>
              <a:ahLst/>
              <a:cxnLst/>
              <a:rect l="l" t="t" r="r" b="b"/>
              <a:pathLst>
                <a:path w="5647690" h="4629150">
                  <a:moveTo>
                    <a:pt x="5567083" y="2890278"/>
                  </a:moveTo>
                  <a:lnTo>
                    <a:pt x="4936274" y="2257488"/>
                  </a:lnTo>
                  <a:lnTo>
                    <a:pt x="3196755" y="3995801"/>
                  </a:lnTo>
                  <a:lnTo>
                    <a:pt x="3827437" y="4628591"/>
                  </a:lnTo>
                  <a:lnTo>
                    <a:pt x="5567083" y="2890278"/>
                  </a:lnTo>
                  <a:close/>
                </a:path>
                <a:path w="5647690" h="4629150">
                  <a:moveTo>
                    <a:pt x="5647207" y="0"/>
                  </a:moveTo>
                  <a:lnTo>
                    <a:pt x="0" y="0"/>
                  </a:lnTo>
                  <a:lnTo>
                    <a:pt x="3075978" y="3075914"/>
                  </a:lnTo>
                  <a:lnTo>
                    <a:pt x="5647207" y="504634"/>
                  </a:lnTo>
                  <a:lnTo>
                    <a:pt x="5647207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062454" y="6675004"/>
            <a:ext cx="3225800" cy="3612515"/>
          </a:xfrm>
          <a:custGeom>
            <a:avLst/>
            <a:gdLst/>
            <a:ahLst/>
            <a:cxnLst/>
            <a:rect l="l" t="t" r="r" b="b"/>
            <a:pathLst>
              <a:path w="3225800" h="3612515">
                <a:moveTo>
                  <a:pt x="3224287" y="0"/>
                </a:moveTo>
                <a:lnTo>
                  <a:pt x="0" y="3225457"/>
                </a:lnTo>
                <a:lnTo>
                  <a:pt x="386694" y="3611994"/>
                </a:lnTo>
                <a:lnTo>
                  <a:pt x="3225506" y="3611994"/>
                </a:lnTo>
                <a:lnTo>
                  <a:pt x="3225506" y="1219"/>
                </a:lnTo>
                <a:lnTo>
                  <a:pt x="3224287" y="0"/>
                </a:lnTo>
                <a:close/>
              </a:path>
            </a:pathLst>
          </a:custGeom>
          <a:solidFill>
            <a:srgbClr val="70B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1605463" y="815687"/>
            <a:ext cx="6682740" cy="8823325"/>
            <a:chOff x="11605463" y="815687"/>
            <a:chExt cx="6682740" cy="8823325"/>
          </a:xfrm>
        </p:grpSpPr>
        <p:sp>
          <p:nvSpPr>
            <p:cNvPr id="7" name="object 7"/>
            <p:cNvSpPr/>
            <p:nvPr/>
          </p:nvSpPr>
          <p:spPr>
            <a:xfrm>
              <a:off x="15857474" y="815687"/>
              <a:ext cx="2430780" cy="2623185"/>
            </a:xfrm>
            <a:custGeom>
              <a:avLst/>
              <a:gdLst/>
              <a:ahLst/>
              <a:cxnLst/>
              <a:rect l="l" t="t" r="r" b="b"/>
              <a:pathLst>
                <a:path w="2430780" h="2623185">
                  <a:moveTo>
                    <a:pt x="2430499" y="0"/>
                  </a:moveTo>
                  <a:lnTo>
                    <a:pt x="0" y="2430433"/>
                  </a:lnTo>
                  <a:lnTo>
                    <a:pt x="194818" y="2622660"/>
                  </a:lnTo>
                  <a:lnTo>
                    <a:pt x="2430499" y="386907"/>
                  </a:lnTo>
                  <a:lnTo>
                    <a:pt x="2430499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05463" y="3266262"/>
              <a:ext cx="6372148" cy="6372128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4335081" y="34048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5" y="5741"/>
                </a:lnTo>
                <a:lnTo>
                  <a:pt x="59270" y="22479"/>
                </a:lnTo>
                <a:lnTo>
                  <a:pt x="30272" y="48758"/>
                </a:lnTo>
                <a:lnTo>
                  <a:pt x="10160" y="82321"/>
                </a:lnTo>
                <a:lnTo>
                  <a:pt x="644" y="120283"/>
                </a:lnTo>
                <a:lnTo>
                  <a:pt x="0" y="133350"/>
                </a:lnTo>
                <a:lnTo>
                  <a:pt x="161" y="139903"/>
                </a:lnTo>
                <a:lnTo>
                  <a:pt x="7799" y="178271"/>
                </a:lnTo>
                <a:lnTo>
                  <a:pt x="26251" y="212797"/>
                </a:lnTo>
                <a:lnTo>
                  <a:pt x="53913" y="240459"/>
                </a:lnTo>
                <a:lnTo>
                  <a:pt x="88436" y="258912"/>
                </a:lnTo>
                <a:lnTo>
                  <a:pt x="126801" y="266540"/>
                </a:lnTo>
                <a:lnTo>
                  <a:pt x="133350" y="266700"/>
                </a:lnTo>
                <a:lnTo>
                  <a:pt x="139905" y="266540"/>
                </a:lnTo>
                <a:lnTo>
                  <a:pt x="178276" y="258912"/>
                </a:lnTo>
                <a:lnTo>
                  <a:pt x="212797" y="240459"/>
                </a:lnTo>
                <a:lnTo>
                  <a:pt x="240459" y="212797"/>
                </a:lnTo>
                <a:lnTo>
                  <a:pt x="258912" y="178271"/>
                </a:lnTo>
                <a:lnTo>
                  <a:pt x="266540" y="139903"/>
                </a:lnTo>
                <a:lnTo>
                  <a:pt x="266700" y="133350"/>
                </a:lnTo>
                <a:lnTo>
                  <a:pt x="266540" y="126801"/>
                </a:lnTo>
                <a:lnTo>
                  <a:pt x="258912" y="88436"/>
                </a:lnTo>
                <a:lnTo>
                  <a:pt x="240459" y="53913"/>
                </a:lnTo>
                <a:lnTo>
                  <a:pt x="212797" y="26251"/>
                </a:lnTo>
                <a:lnTo>
                  <a:pt x="178276" y="7792"/>
                </a:lnTo>
                <a:lnTo>
                  <a:pt x="139905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35081" y="51193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5" y="5741"/>
                </a:lnTo>
                <a:lnTo>
                  <a:pt x="59270" y="22479"/>
                </a:lnTo>
                <a:lnTo>
                  <a:pt x="30272" y="48758"/>
                </a:lnTo>
                <a:lnTo>
                  <a:pt x="10160" y="82321"/>
                </a:lnTo>
                <a:lnTo>
                  <a:pt x="644" y="120283"/>
                </a:lnTo>
                <a:lnTo>
                  <a:pt x="0" y="133350"/>
                </a:lnTo>
                <a:lnTo>
                  <a:pt x="161" y="139903"/>
                </a:lnTo>
                <a:lnTo>
                  <a:pt x="7799" y="178271"/>
                </a:lnTo>
                <a:lnTo>
                  <a:pt x="26251" y="212797"/>
                </a:lnTo>
                <a:lnTo>
                  <a:pt x="53913" y="240459"/>
                </a:lnTo>
                <a:lnTo>
                  <a:pt x="88436" y="258912"/>
                </a:lnTo>
                <a:lnTo>
                  <a:pt x="126801" y="266540"/>
                </a:lnTo>
                <a:lnTo>
                  <a:pt x="133350" y="266700"/>
                </a:lnTo>
                <a:lnTo>
                  <a:pt x="139905" y="266540"/>
                </a:lnTo>
                <a:lnTo>
                  <a:pt x="178276" y="258912"/>
                </a:lnTo>
                <a:lnTo>
                  <a:pt x="212797" y="240459"/>
                </a:lnTo>
                <a:lnTo>
                  <a:pt x="240459" y="212797"/>
                </a:lnTo>
                <a:lnTo>
                  <a:pt x="258912" y="178271"/>
                </a:lnTo>
                <a:lnTo>
                  <a:pt x="266540" y="139903"/>
                </a:lnTo>
                <a:lnTo>
                  <a:pt x="266700" y="133350"/>
                </a:lnTo>
                <a:lnTo>
                  <a:pt x="266540" y="126801"/>
                </a:lnTo>
                <a:lnTo>
                  <a:pt x="258912" y="88436"/>
                </a:lnTo>
                <a:lnTo>
                  <a:pt x="240459" y="53913"/>
                </a:lnTo>
                <a:lnTo>
                  <a:pt x="212797" y="26251"/>
                </a:lnTo>
                <a:lnTo>
                  <a:pt x="178276" y="7792"/>
                </a:lnTo>
                <a:lnTo>
                  <a:pt x="139905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35081" y="68338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lnTo>
                  <a:pt x="260959" y="94653"/>
                </a:lnTo>
                <a:lnTo>
                  <a:pt x="244233" y="59270"/>
                </a:lnTo>
                <a:lnTo>
                  <a:pt x="217944" y="30276"/>
                </a:lnTo>
                <a:lnTo>
                  <a:pt x="184391" y="10147"/>
                </a:lnTo>
                <a:lnTo>
                  <a:pt x="146418" y="647"/>
                </a:lnTo>
                <a:lnTo>
                  <a:pt x="133350" y="0"/>
                </a:lnTo>
                <a:lnTo>
                  <a:pt x="126796" y="165"/>
                </a:lnTo>
                <a:lnTo>
                  <a:pt x="88430" y="7797"/>
                </a:lnTo>
                <a:lnTo>
                  <a:pt x="53911" y="26263"/>
                </a:lnTo>
                <a:lnTo>
                  <a:pt x="26250" y="53924"/>
                </a:lnTo>
                <a:lnTo>
                  <a:pt x="7797" y="88442"/>
                </a:lnTo>
                <a:lnTo>
                  <a:pt x="152" y="126809"/>
                </a:lnTo>
                <a:lnTo>
                  <a:pt x="0" y="133350"/>
                </a:lnTo>
                <a:lnTo>
                  <a:pt x="152" y="139915"/>
                </a:lnTo>
                <a:lnTo>
                  <a:pt x="7797" y="178282"/>
                </a:lnTo>
                <a:lnTo>
                  <a:pt x="26250" y="212801"/>
                </a:lnTo>
                <a:lnTo>
                  <a:pt x="53911" y="240461"/>
                </a:lnTo>
                <a:lnTo>
                  <a:pt x="88430" y="258914"/>
                </a:lnTo>
                <a:lnTo>
                  <a:pt x="126796" y="266547"/>
                </a:lnTo>
                <a:lnTo>
                  <a:pt x="133350" y="266700"/>
                </a:lnTo>
                <a:lnTo>
                  <a:pt x="139903" y="266547"/>
                </a:lnTo>
                <a:lnTo>
                  <a:pt x="178269" y="258914"/>
                </a:lnTo>
                <a:lnTo>
                  <a:pt x="212788" y="240461"/>
                </a:lnTo>
                <a:lnTo>
                  <a:pt x="240449" y="212801"/>
                </a:lnTo>
                <a:lnTo>
                  <a:pt x="258902" y="178282"/>
                </a:lnTo>
                <a:lnTo>
                  <a:pt x="266534" y="139915"/>
                </a:lnTo>
                <a:lnTo>
                  <a:pt x="26670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398586" y="1344231"/>
            <a:ext cx="6457950" cy="905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750" spc="165" dirty="0"/>
              <a:t>Training</a:t>
            </a:r>
            <a:r>
              <a:rPr sz="5750" spc="170" dirty="0"/>
              <a:t> </a:t>
            </a:r>
            <a:r>
              <a:rPr sz="5750" spc="195" dirty="0"/>
              <a:t>objectives</a:t>
            </a:r>
            <a:endParaRPr sz="5750"/>
          </a:p>
        </p:txBody>
      </p:sp>
      <p:sp>
        <p:nvSpPr>
          <p:cNvPr id="13" name="object 13"/>
          <p:cNvSpPr/>
          <p:nvPr/>
        </p:nvSpPr>
        <p:spPr>
          <a:xfrm>
            <a:off x="4335081" y="34048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5" y="5741"/>
                </a:lnTo>
                <a:lnTo>
                  <a:pt x="59270" y="22479"/>
                </a:lnTo>
                <a:lnTo>
                  <a:pt x="30272" y="48758"/>
                </a:lnTo>
                <a:lnTo>
                  <a:pt x="10160" y="82321"/>
                </a:lnTo>
                <a:lnTo>
                  <a:pt x="644" y="120283"/>
                </a:lnTo>
                <a:lnTo>
                  <a:pt x="0" y="133350"/>
                </a:lnTo>
                <a:lnTo>
                  <a:pt x="161" y="139903"/>
                </a:lnTo>
                <a:lnTo>
                  <a:pt x="7799" y="178271"/>
                </a:lnTo>
                <a:lnTo>
                  <a:pt x="26251" y="212797"/>
                </a:lnTo>
                <a:lnTo>
                  <a:pt x="53913" y="240459"/>
                </a:lnTo>
                <a:lnTo>
                  <a:pt x="88436" y="258912"/>
                </a:lnTo>
                <a:lnTo>
                  <a:pt x="126801" y="266540"/>
                </a:lnTo>
                <a:lnTo>
                  <a:pt x="133350" y="266700"/>
                </a:lnTo>
                <a:lnTo>
                  <a:pt x="139905" y="266540"/>
                </a:lnTo>
                <a:lnTo>
                  <a:pt x="178276" y="258912"/>
                </a:lnTo>
                <a:lnTo>
                  <a:pt x="212797" y="240459"/>
                </a:lnTo>
                <a:lnTo>
                  <a:pt x="240459" y="212797"/>
                </a:lnTo>
                <a:lnTo>
                  <a:pt x="258912" y="178271"/>
                </a:lnTo>
                <a:lnTo>
                  <a:pt x="266540" y="139903"/>
                </a:lnTo>
                <a:lnTo>
                  <a:pt x="266700" y="133350"/>
                </a:lnTo>
                <a:lnTo>
                  <a:pt x="266540" y="126801"/>
                </a:lnTo>
                <a:lnTo>
                  <a:pt x="258912" y="88436"/>
                </a:lnTo>
                <a:lnTo>
                  <a:pt x="240459" y="53913"/>
                </a:lnTo>
                <a:lnTo>
                  <a:pt x="212797" y="26251"/>
                </a:lnTo>
                <a:lnTo>
                  <a:pt x="178276" y="7792"/>
                </a:lnTo>
                <a:lnTo>
                  <a:pt x="139905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35081" y="51193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5" y="5741"/>
                </a:lnTo>
                <a:lnTo>
                  <a:pt x="59270" y="22479"/>
                </a:lnTo>
                <a:lnTo>
                  <a:pt x="30272" y="48758"/>
                </a:lnTo>
                <a:lnTo>
                  <a:pt x="10160" y="82321"/>
                </a:lnTo>
                <a:lnTo>
                  <a:pt x="644" y="120283"/>
                </a:lnTo>
                <a:lnTo>
                  <a:pt x="0" y="133350"/>
                </a:lnTo>
                <a:lnTo>
                  <a:pt x="161" y="139903"/>
                </a:lnTo>
                <a:lnTo>
                  <a:pt x="7799" y="178271"/>
                </a:lnTo>
                <a:lnTo>
                  <a:pt x="26251" y="212797"/>
                </a:lnTo>
                <a:lnTo>
                  <a:pt x="53913" y="240459"/>
                </a:lnTo>
                <a:lnTo>
                  <a:pt x="88436" y="258912"/>
                </a:lnTo>
                <a:lnTo>
                  <a:pt x="126801" y="266540"/>
                </a:lnTo>
                <a:lnTo>
                  <a:pt x="133350" y="266700"/>
                </a:lnTo>
                <a:lnTo>
                  <a:pt x="139905" y="266540"/>
                </a:lnTo>
                <a:lnTo>
                  <a:pt x="178276" y="258912"/>
                </a:lnTo>
                <a:lnTo>
                  <a:pt x="212797" y="240459"/>
                </a:lnTo>
                <a:lnTo>
                  <a:pt x="240459" y="212797"/>
                </a:lnTo>
                <a:lnTo>
                  <a:pt x="258912" y="178271"/>
                </a:lnTo>
                <a:lnTo>
                  <a:pt x="266540" y="139903"/>
                </a:lnTo>
                <a:lnTo>
                  <a:pt x="266700" y="133350"/>
                </a:lnTo>
                <a:lnTo>
                  <a:pt x="266540" y="126801"/>
                </a:lnTo>
                <a:lnTo>
                  <a:pt x="258912" y="88436"/>
                </a:lnTo>
                <a:lnTo>
                  <a:pt x="240459" y="53913"/>
                </a:lnTo>
                <a:lnTo>
                  <a:pt x="212797" y="26251"/>
                </a:lnTo>
                <a:lnTo>
                  <a:pt x="178276" y="7792"/>
                </a:lnTo>
                <a:lnTo>
                  <a:pt x="139905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24247" y="3354006"/>
            <a:ext cx="5553075" cy="398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spc="135" dirty="0">
                <a:solidFill>
                  <a:srgbClr val="FFFFFF"/>
                </a:solidFill>
                <a:latin typeface="Cambria"/>
                <a:cs typeface="Cambria"/>
              </a:rPr>
              <a:t>Understanding</a:t>
            </a:r>
            <a:r>
              <a:rPr sz="345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14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45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8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endParaRPr sz="3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10"/>
              </a:spcBef>
            </a:pPr>
            <a:r>
              <a:rPr sz="3450" spc="150" dirty="0">
                <a:solidFill>
                  <a:srgbClr val="FFFFFF"/>
                </a:solidFill>
                <a:latin typeface="Cambria"/>
                <a:cs typeface="Cambria"/>
              </a:rPr>
              <a:t>Fundamentals</a:t>
            </a:r>
            <a:endParaRPr sz="3450">
              <a:latin typeface="Cambria"/>
              <a:cs typeface="Cambria"/>
            </a:endParaRPr>
          </a:p>
          <a:p>
            <a:pPr marL="12700" marR="1496695">
              <a:lnSpc>
                <a:spcPct val="163000"/>
              </a:lnSpc>
            </a:pPr>
            <a:r>
              <a:rPr sz="3450" spc="18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345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70" dirty="0">
                <a:solidFill>
                  <a:srgbClr val="FFFFFF"/>
                </a:solidFill>
                <a:latin typeface="Cambria"/>
                <a:cs typeface="Cambria"/>
              </a:rPr>
              <a:t>Collection</a:t>
            </a:r>
            <a:r>
              <a:rPr sz="345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6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450" spc="-7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75" dirty="0">
                <a:solidFill>
                  <a:srgbClr val="FFFFFF"/>
                </a:solidFill>
                <a:latin typeface="Cambria"/>
                <a:cs typeface="Cambria"/>
              </a:rPr>
              <a:t>Management</a:t>
            </a:r>
            <a:endParaRPr sz="3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10"/>
              </a:spcBef>
            </a:pPr>
            <a:r>
              <a:rPr sz="3450" spc="114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45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145" dirty="0">
                <a:solidFill>
                  <a:srgbClr val="FFFFFF"/>
                </a:solidFill>
                <a:latin typeface="Cambria"/>
                <a:cs typeface="Cambria"/>
              </a:rPr>
              <a:t>Performance</a:t>
            </a:r>
            <a:r>
              <a:rPr sz="345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50" spc="9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endParaRPr sz="34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86051"/>
            <a:ext cx="3863975" cy="9601200"/>
            <a:chOff x="0" y="686051"/>
            <a:chExt cx="3863975" cy="9601200"/>
          </a:xfrm>
        </p:grpSpPr>
        <p:sp>
          <p:nvSpPr>
            <p:cNvPr id="17" name="object 17"/>
            <p:cNvSpPr/>
            <p:nvPr/>
          </p:nvSpPr>
          <p:spPr>
            <a:xfrm>
              <a:off x="0" y="686051"/>
              <a:ext cx="2930525" cy="5860415"/>
            </a:xfrm>
            <a:custGeom>
              <a:avLst/>
              <a:gdLst/>
              <a:ahLst/>
              <a:cxnLst/>
              <a:rect l="l" t="t" r="r" b="b"/>
              <a:pathLst>
                <a:path w="2930525" h="5860415">
                  <a:moveTo>
                    <a:pt x="0" y="0"/>
                  </a:moveTo>
                  <a:lnTo>
                    <a:pt x="0" y="5860295"/>
                  </a:lnTo>
                  <a:lnTo>
                    <a:pt x="2930143" y="2929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16954"/>
              <a:ext cx="3863975" cy="4070350"/>
            </a:xfrm>
            <a:custGeom>
              <a:avLst/>
              <a:gdLst/>
              <a:ahLst/>
              <a:cxnLst/>
              <a:rect l="l" t="t" r="r" b="b"/>
              <a:pathLst>
                <a:path w="3863975" h="4070350">
                  <a:moveTo>
                    <a:pt x="639648" y="0"/>
                  </a:moveTo>
                  <a:lnTo>
                    <a:pt x="0" y="639648"/>
                  </a:lnTo>
                  <a:lnTo>
                    <a:pt x="0" y="4070043"/>
                  </a:lnTo>
                  <a:lnTo>
                    <a:pt x="3018031" y="4070043"/>
                  </a:lnTo>
                  <a:lnTo>
                    <a:pt x="3863860" y="3224213"/>
                  </a:lnTo>
                  <a:lnTo>
                    <a:pt x="639648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0109" y="225958"/>
            <a:ext cx="585597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165" dirty="0"/>
              <a:t>Architecture</a:t>
            </a:r>
            <a:r>
              <a:rPr sz="4650" spc="85" dirty="0"/>
              <a:t> </a:t>
            </a:r>
            <a:r>
              <a:rPr sz="4650" spc="180" dirty="0"/>
              <a:t>diagram</a:t>
            </a:r>
            <a:endParaRPr sz="4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097" y="1788406"/>
            <a:ext cx="13011150" cy="785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2886" y="0"/>
            <a:ext cx="16325850" cy="10238105"/>
            <a:chOff x="1912886" y="0"/>
            <a:chExt cx="16325850" cy="10238105"/>
          </a:xfrm>
        </p:grpSpPr>
        <p:sp>
          <p:nvSpPr>
            <p:cNvPr id="3" name="object 3"/>
            <p:cNvSpPr/>
            <p:nvPr/>
          </p:nvSpPr>
          <p:spPr>
            <a:xfrm>
              <a:off x="1912886" y="0"/>
              <a:ext cx="16325850" cy="10238105"/>
            </a:xfrm>
            <a:custGeom>
              <a:avLst/>
              <a:gdLst/>
              <a:ahLst/>
              <a:cxnLst/>
              <a:rect l="l" t="t" r="r" b="b"/>
              <a:pathLst>
                <a:path w="16325850" h="10238105">
                  <a:moveTo>
                    <a:pt x="0" y="10237730"/>
                  </a:moveTo>
                  <a:lnTo>
                    <a:pt x="16325850" y="10237730"/>
                  </a:lnTo>
                  <a:lnTo>
                    <a:pt x="16325850" y="0"/>
                  </a:lnTo>
                  <a:lnTo>
                    <a:pt x="0" y="0"/>
                  </a:lnTo>
                  <a:lnTo>
                    <a:pt x="0" y="10237730"/>
                  </a:lnTo>
                  <a:close/>
                </a:path>
              </a:pathLst>
            </a:custGeom>
            <a:solidFill>
              <a:srgbClr val="282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08427" y="3386962"/>
              <a:ext cx="190500" cy="3228975"/>
            </a:xfrm>
            <a:custGeom>
              <a:avLst/>
              <a:gdLst/>
              <a:ahLst/>
              <a:cxnLst/>
              <a:rect l="l" t="t" r="r" b="b"/>
              <a:pathLst>
                <a:path w="190500" h="3228975">
                  <a:moveTo>
                    <a:pt x="190500" y="3127464"/>
                  </a:moveTo>
                  <a:lnTo>
                    <a:pt x="177914" y="3085998"/>
                  </a:lnTo>
                  <a:lnTo>
                    <a:pt x="142963" y="3051048"/>
                  </a:lnTo>
                  <a:lnTo>
                    <a:pt x="101511" y="3038475"/>
                  </a:lnTo>
                  <a:lnTo>
                    <a:pt x="88988" y="3038475"/>
                  </a:lnTo>
                  <a:lnTo>
                    <a:pt x="47536" y="3051048"/>
                  </a:lnTo>
                  <a:lnTo>
                    <a:pt x="12585" y="3085998"/>
                  </a:lnTo>
                  <a:lnTo>
                    <a:pt x="0" y="3127464"/>
                  </a:lnTo>
                  <a:lnTo>
                    <a:pt x="0" y="3139973"/>
                  </a:lnTo>
                  <a:lnTo>
                    <a:pt x="12585" y="3181439"/>
                  </a:lnTo>
                  <a:lnTo>
                    <a:pt x="47536" y="3216389"/>
                  </a:lnTo>
                  <a:lnTo>
                    <a:pt x="88988" y="3228975"/>
                  </a:lnTo>
                  <a:lnTo>
                    <a:pt x="101511" y="3228975"/>
                  </a:lnTo>
                  <a:lnTo>
                    <a:pt x="142963" y="3216389"/>
                  </a:lnTo>
                  <a:lnTo>
                    <a:pt x="177914" y="3181439"/>
                  </a:lnTo>
                  <a:lnTo>
                    <a:pt x="190500" y="3139973"/>
                  </a:lnTo>
                  <a:lnTo>
                    <a:pt x="190500" y="3133725"/>
                  </a:lnTo>
                  <a:lnTo>
                    <a:pt x="190500" y="3127464"/>
                  </a:lnTo>
                  <a:close/>
                </a:path>
                <a:path w="190500" h="3228975">
                  <a:moveTo>
                    <a:pt x="190500" y="2527389"/>
                  </a:moveTo>
                  <a:lnTo>
                    <a:pt x="177914" y="2485923"/>
                  </a:lnTo>
                  <a:lnTo>
                    <a:pt x="142963" y="2450973"/>
                  </a:lnTo>
                  <a:lnTo>
                    <a:pt x="101511" y="2438400"/>
                  </a:lnTo>
                  <a:lnTo>
                    <a:pt x="88988" y="2438400"/>
                  </a:lnTo>
                  <a:lnTo>
                    <a:pt x="47536" y="2450973"/>
                  </a:lnTo>
                  <a:lnTo>
                    <a:pt x="12585" y="2485923"/>
                  </a:lnTo>
                  <a:lnTo>
                    <a:pt x="0" y="2527389"/>
                  </a:lnTo>
                  <a:lnTo>
                    <a:pt x="0" y="2539898"/>
                  </a:lnTo>
                  <a:lnTo>
                    <a:pt x="12585" y="2581364"/>
                  </a:lnTo>
                  <a:lnTo>
                    <a:pt x="47536" y="2616314"/>
                  </a:lnTo>
                  <a:lnTo>
                    <a:pt x="88988" y="2628900"/>
                  </a:lnTo>
                  <a:lnTo>
                    <a:pt x="101511" y="2628900"/>
                  </a:lnTo>
                  <a:lnTo>
                    <a:pt x="142963" y="2616314"/>
                  </a:lnTo>
                  <a:lnTo>
                    <a:pt x="177914" y="2581364"/>
                  </a:lnTo>
                  <a:lnTo>
                    <a:pt x="190500" y="2539898"/>
                  </a:lnTo>
                  <a:lnTo>
                    <a:pt x="190500" y="2533650"/>
                  </a:lnTo>
                  <a:lnTo>
                    <a:pt x="190500" y="2527389"/>
                  </a:lnTo>
                  <a:close/>
                </a:path>
                <a:path w="190500" h="3228975">
                  <a:moveTo>
                    <a:pt x="190500" y="1917788"/>
                  </a:moveTo>
                  <a:lnTo>
                    <a:pt x="177914" y="1876323"/>
                  </a:lnTo>
                  <a:lnTo>
                    <a:pt x="142963" y="1841373"/>
                  </a:lnTo>
                  <a:lnTo>
                    <a:pt x="101511" y="1828800"/>
                  </a:lnTo>
                  <a:lnTo>
                    <a:pt x="88988" y="1828800"/>
                  </a:lnTo>
                  <a:lnTo>
                    <a:pt x="47536" y="1841373"/>
                  </a:lnTo>
                  <a:lnTo>
                    <a:pt x="12585" y="1876323"/>
                  </a:lnTo>
                  <a:lnTo>
                    <a:pt x="0" y="1917788"/>
                  </a:lnTo>
                  <a:lnTo>
                    <a:pt x="0" y="1930298"/>
                  </a:lnTo>
                  <a:lnTo>
                    <a:pt x="12585" y="1971763"/>
                  </a:lnTo>
                  <a:lnTo>
                    <a:pt x="47536" y="2006714"/>
                  </a:lnTo>
                  <a:lnTo>
                    <a:pt x="88988" y="2019300"/>
                  </a:lnTo>
                  <a:lnTo>
                    <a:pt x="101511" y="2019300"/>
                  </a:lnTo>
                  <a:lnTo>
                    <a:pt x="142963" y="2006714"/>
                  </a:lnTo>
                  <a:lnTo>
                    <a:pt x="177914" y="1971763"/>
                  </a:lnTo>
                  <a:lnTo>
                    <a:pt x="190500" y="1930298"/>
                  </a:lnTo>
                  <a:lnTo>
                    <a:pt x="190500" y="1924050"/>
                  </a:lnTo>
                  <a:lnTo>
                    <a:pt x="190500" y="1917788"/>
                  </a:lnTo>
                  <a:close/>
                </a:path>
                <a:path w="190500" h="3228975">
                  <a:moveTo>
                    <a:pt x="190500" y="1308188"/>
                  </a:moveTo>
                  <a:lnTo>
                    <a:pt x="177914" y="1266723"/>
                  </a:lnTo>
                  <a:lnTo>
                    <a:pt x="142963" y="1231773"/>
                  </a:lnTo>
                  <a:lnTo>
                    <a:pt x="101511" y="1219200"/>
                  </a:lnTo>
                  <a:lnTo>
                    <a:pt x="88988" y="1219200"/>
                  </a:lnTo>
                  <a:lnTo>
                    <a:pt x="47536" y="1231773"/>
                  </a:lnTo>
                  <a:lnTo>
                    <a:pt x="12585" y="1266723"/>
                  </a:lnTo>
                  <a:lnTo>
                    <a:pt x="0" y="1308188"/>
                  </a:lnTo>
                  <a:lnTo>
                    <a:pt x="0" y="1320698"/>
                  </a:lnTo>
                  <a:lnTo>
                    <a:pt x="12585" y="1362163"/>
                  </a:lnTo>
                  <a:lnTo>
                    <a:pt x="47536" y="1397127"/>
                  </a:lnTo>
                  <a:lnTo>
                    <a:pt x="88988" y="1409700"/>
                  </a:lnTo>
                  <a:lnTo>
                    <a:pt x="101511" y="1409700"/>
                  </a:lnTo>
                  <a:lnTo>
                    <a:pt x="142963" y="1397127"/>
                  </a:lnTo>
                  <a:lnTo>
                    <a:pt x="177914" y="1362163"/>
                  </a:lnTo>
                  <a:lnTo>
                    <a:pt x="190500" y="1320698"/>
                  </a:lnTo>
                  <a:lnTo>
                    <a:pt x="190500" y="1314450"/>
                  </a:lnTo>
                  <a:lnTo>
                    <a:pt x="190500" y="1308188"/>
                  </a:lnTo>
                  <a:close/>
                </a:path>
                <a:path w="190500" h="3228975">
                  <a:moveTo>
                    <a:pt x="190500" y="698588"/>
                  </a:moveTo>
                  <a:lnTo>
                    <a:pt x="177914" y="657123"/>
                  </a:lnTo>
                  <a:lnTo>
                    <a:pt x="142963" y="622173"/>
                  </a:lnTo>
                  <a:lnTo>
                    <a:pt x="101511" y="609600"/>
                  </a:lnTo>
                  <a:lnTo>
                    <a:pt x="88988" y="609600"/>
                  </a:lnTo>
                  <a:lnTo>
                    <a:pt x="47536" y="622173"/>
                  </a:lnTo>
                  <a:lnTo>
                    <a:pt x="12585" y="657123"/>
                  </a:lnTo>
                  <a:lnTo>
                    <a:pt x="0" y="698588"/>
                  </a:lnTo>
                  <a:lnTo>
                    <a:pt x="0" y="711098"/>
                  </a:lnTo>
                  <a:lnTo>
                    <a:pt x="12585" y="752563"/>
                  </a:lnTo>
                  <a:lnTo>
                    <a:pt x="47536" y="787527"/>
                  </a:lnTo>
                  <a:lnTo>
                    <a:pt x="88988" y="800100"/>
                  </a:lnTo>
                  <a:lnTo>
                    <a:pt x="101511" y="800100"/>
                  </a:lnTo>
                  <a:lnTo>
                    <a:pt x="142963" y="787527"/>
                  </a:lnTo>
                  <a:lnTo>
                    <a:pt x="177914" y="752563"/>
                  </a:lnTo>
                  <a:lnTo>
                    <a:pt x="190500" y="711098"/>
                  </a:lnTo>
                  <a:lnTo>
                    <a:pt x="190500" y="704850"/>
                  </a:lnTo>
                  <a:lnTo>
                    <a:pt x="190500" y="698588"/>
                  </a:lnTo>
                  <a:close/>
                </a:path>
                <a:path w="190500" h="3228975">
                  <a:moveTo>
                    <a:pt x="190500" y="88988"/>
                  </a:moveTo>
                  <a:lnTo>
                    <a:pt x="177914" y="47523"/>
                  </a:lnTo>
                  <a:lnTo>
                    <a:pt x="142963" y="12573"/>
                  </a:lnTo>
                  <a:lnTo>
                    <a:pt x="101511" y="0"/>
                  </a:lnTo>
                  <a:lnTo>
                    <a:pt x="88988" y="0"/>
                  </a:lnTo>
                  <a:lnTo>
                    <a:pt x="47536" y="12573"/>
                  </a:lnTo>
                  <a:lnTo>
                    <a:pt x="12585" y="47523"/>
                  </a:lnTo>
                  <a:lnTo>
                    <a:pt x="0" y="88988"/>
                  </a:lnTo>
                  <a:lnTo>
                    <a:pt x="0" y="101498"/>
                  </a:lnTo>
                  <a:lnTo>
                    <a:pt x="12585" y="142963"/>
                  </a:lnTo>
                  <a:lnTo>
                    <a:pt x="47536" y="177914"/>
                  </a:lnTo>
                  <a:lnTo>
                    <a:pt x="88988" y="190500"/>
                  </a:lnTo>
                  <a:lnTo>
                    <a:pt x="101511" y="190500"/>
                  </a:lnTo>
                  <a:lnTo>
                    <a:pt x="142963" y="177914"/>
                  </a:lnTo>
                  <a:lnTo>
                    <a:pt x="177914" y="142963"/>
                  </a:lnTo>
                  <a:lnTo>
                    <a:pt x="190500" y="101498"/>
                  </a:lnTo>
                  <a:lnTo>
                    <a:pt x="190500" y="95250"/>
                  </a:lnTo>
                  <a:lnTo>
                    <a:pt x="190500" y="889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2285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Training</a:t>
            </a:r>
            <a:r>
              <a:rPr spc="215" dirty="0"/>
              <a:t> </a:t>
            </a:r>
            <a:r>
              <a:rPr spc="340" dirty="0"/>
              <a:t>Modules</a:t>
            </a:r>
            <a:r>
              <a:rPr spc="220" dirty="0"/>
              <a:t> </a:t>
            </a:r>
            <a:r>
              <a:rPr spc="170" dirty="0"/>
              <a:t>List</a:t>
            </a:r>
          </a:p>
        </p:txBody>
      </p:sp>
      <p:sp>
        <p:nvSpPr>
          <p:cNvPr id="6" name="object 6"/>
          <p:cNvSpPr/>
          <p:nvPr/>
        </p:nvSpPr>
        <p:spPr>
          <a:xfrm>
            <a:off x="2908427" y="3386963"/>
            <a:ext cx="190500" cy="3228975"/>
          </a:xfrm>
          <a:custGeom>
            <a:avLst/>
            <a:gdLst/>
            <a:ahLst/>
            <a:cxnLst/>
            <a:rect l="l" t="t" r="r" b="b"/>
            <a:pathLst>
              <a:path w="190500" h="3228975">
                <a:moveTo>
                  <a:pt x="190500" y="3127464"/>
                </a:moveTo>
                <a:lnTo>
                  <a:pt x="177914" y="3085998"/>
                </a:lnTo>
                <a:lnTo>
                  <a:pt x="142963" y="3051048"/>
                </a:lnTo>
                <a:lnTo>
                  <a:pt x="101511" y="3038475"/>
                </a:lnTo>
                <a:lnTo>
                  <a:pt x="88988" y="3038475"/>
                </a:lnTo>
                <a:lnTo>
                  <a:pt x="47536" y="3051048"/>
                </a:lnTo>
                <a:lnTo>
                  <a:pt x="12585" y="3085998"/>
                </a:lnTo>
                <a:lnTo>
                  <a:pt x="0" y="3127464"/>
                </a:lnTo>
                <a:lnTo>
                  <a:pt x="0" y="3139973"/>
                </a:lnTo>
                <a:lnTo>
                  <a:pt x="12585" y="3181439"/>
                </a:lnTo>
                <a:lnTo>
                  <a:pt x="47536" y="3216389"/>
                </a:lnTo>
                <a:lnTo>
                  <a:pt x="88988" y="3228975"/>
                </a:lnTo>
                <a:lnTo>
                  <a:pt x="101511" y="3228975"/>
                </a:lnTo>
                <a:lnTo>
                  <a:pt x="142963" y="3216389"/>
                </a:lnTo>
                <a:lnTo>
                  <a:pt x="177914" y="3181439"/>
                </a:lnTo>
                <a:lnTo>
                  <a:pt x="190500" y="3139973"/>
                </a:lnTo>
                <a:lnTo>
                  <a:pt x="190500" y="3133725"/>
                </a:lnTo>
                <a:lnTo>
                  <a:pt x="190500" y="3127464"/>
                </a:lnTo>
                <a:close/>
              </a:path>
              <a:path w="190500" h="3228975">
                <a:moveTo>
                  <a:pt x="190500" y="2527389"/>
                </a:moveTo>
                <a:lnTo>
                  <a:pt x="177914" y="2485923"/>
                </a:lnTo>
                <a:lnTo>
                  <a:pt x="142963" y="2450973"/>
                </a:lnTo>
                <a:lnTo>
                  <a:pt x="101511" y="2438400"/>
                </a:lnTo>
                <a:lnTo>
                  <a:pt x="88988" y="2438400"/>
                </a:lnTo>
                <a:lnTo>
                  <a:pt x="47536" y="2450973"/>
                </a:lnTo>
                <a:lnTo>
                  <a:pt x="12585" y="2485923"/>
                </a:lnTo>
                <a:lnTo>
                  <a:pt x="0" y="2527389"/>
                </a:lnTo>
                <a:lnTo>
                  <a:pt x="0" y="2539898"/>
                </a:lnTo>
                <a:lnTo>
                  <a:pt x="12585" y="2581364"/>
                </a:lnTo>
                <a:lnTo>
                  <a:pt x="47536" y="2616314"/>
                </a:lnTo>
                <a:lnTo>
                  <a:pt x="88988" y="2628900"/>
                </a:lnTo>
                <a:lnTo>
                  <a:pt x="101511" y="2628900"/>
                </a:lnTo>
                <a:lnTo>
                  <a:pt x="142963" y="2616314"/>
                </a:lnTo>
                <a:lnTo>
                  <a:pt x="177914" y="2581364"/>
                </a:lnTo>
                <a:lnTo>
                  <a:pt x="190500" y="2539898"/>
                </a:lnTo>
                <a:lnTo>
                  <a:pt x="190500" y="2533650"/>
                </a:lnTo>
                <a:lnTo>
                  <a:pt x="190500" y="2527389"/>
                </a:lnTo>
                <a:close/>
              </a:path>
              <a:path w="190500" h="3228975">
                <a:moveTo>
                  <a:pt x="190500" y="1917788"/>
                </a:moveTo>
                <a:lnTo>
                  <a:pt x="177914" y="1876323"/>
                </a:lnTo>
                <a:lnTo>
                  <a:pt x="142963" y="1841373"/>
                </a:lnTo>
                <a:lnTo>
                  <a:pt x="101511" y="1828800"/>
                </a:lnTo>
                <a:lnTo>
                  <a:pt x="88988" y="1828800"/>
                </a:lnTo>
                <a:lnTo>
                  <a:pt x="47536" y="1841373"/>
                </a:lnTo>
                <a:lnTo>
                  <a:pt x="12585" y="1876323"/>
                </a:lnTo>
                <a:lnTo>
                  <a:pt x="0" y="1917788"/>
                </a:lnTo>
                <a:lnTo>
                  <a:pt x="0" y="1930298"/>
                </a:lnTo>
                <a:lnTo>
                  <a:pt x="12585" y="1971763"/>
                </a:lnTo>
                <a:lnTo>
                  <a:pt x="47536" y="2006714"/>
                </a:lnTo>
                <a:lnTo>
                  <a:pt x="88988" y="2019300"/>
                </a:lnTo>
                <a:lnTo>
                  <a:pt x="101511" y="2019300"/>
                </a:lnTo>
                <a:lnTo>
                  <a:pt x="142963" y="2006714"/>
                </a:lnTo>
                <a:lnTo>
                  <a:pt x="177914" y="1971763"/>
                </a:lnTo>
                <a:lnTo>
                  <a:pt x="190500" y="1930298"/>
                </a:lnTo>
                <a:lnTo>
                  <a:pt x="190500" y="1924050"/>
                </a:lnTo>
                <a:lnTo>
                  <a:pt x="190500" y="1917788"/>
                </a:lnTo>
                <a:close/>
              </a:path>
              <a:path w="190500" h="3228975">
                <a:moveTo>
                  <a:pt x="190500" y="1308188"/>
                </a:moveTo>
                <a:lnTo>
                  <a:pt x="177914" y="1266723"/>
                </a:lnTo>
                <a:lnTo>
                  <a:pt x="142963" y="1231773"/>
                </a:lnTo>
                <a:lnTo>
                  <a:pt x="101511" y="1219200"/>
                </a:lnTo>
                <a:lnTo>
                  <a:pt x="88988" y="1219200"/>
                </a:lnTo>
                <a:lnTo>
                  <a:pt x="47536" y="1231773"/>
                </a:lnTo>
                <a:lnTo>
                  <a:pt x="12585" y="1266723"/>
                </a:lnTo>
                <a:lnTo>
                  <a:pt x="0" y="1308188"/>
                </a:lnTo>
                <a:lnTo>
                  <a:pt x="0" y="1320698"/>
                </a:lnTo>
                <a:lnTo>
                  <a:pt x="12585" y="1362163"/>
                </a:lnTo>
                <a:lnTo>
                  <a:pt x="47536" y="1397127"/>
                </a:lnTo>
                <a:lnTo>
                  <a:pt x="88988" y="1409700"/>
                </a:lnTo>
                <a:lnTo>
                  <a:pt x="101511" y="1409700"/>
                </a:lnTo>
                <a:lnTo>
                  <a:pt x="142963" y="1397127"/>
                </a:lnTo>
                <a:lnTo>
                  <a:pt x="177914" y="1362163"/>
                </a:lnTo>
                <a:lnTo>
                  <a:pt x="190500" y="1320698"/>
                </a:lnTo>
                <a:lnTo>
                  <a:pt x="190500" y="1314450"/>
                </a:lnTo>
                <a:lnTo>
                  <a:pt x="190500" y="1308188"/>
                </a:lnTo>
                <a:close/>
              </a:path>
              <a:path w="190500" h="3228975">
                <a:moveTo>
                  <a:pt x="190500" y="698588"/>
                </a:moveTo>
                <a:lnTo>
                  <a:pt x="177914" y="657123"/>
                </a:lnTo>
                <a:lnTo>
                  <a:pt x="142963" y="622173"/>
                </a:lnTo>
                <a:lnTo>
                  <a:pt x="101511" y="609600"/>
                </a:lnTo>
                <a:lnTo>
                  <a:pt x="88988" y="609600"/>
                </a:lnTo>
                <a:lnTo>
                  <a:pt x="47536" y="622173"/>
                </a:lnTo>
                <a:lnTo>
                  <a:pt x="12585" y="657123"/>
                </a:lnTo>
                <a:lnTo>
                  <a:pt x="0" y="698588"/>
                </a:lnTo>
                <a:lnTo>
                  <a:pt x="0" y="711098"/>
                </a:lnTo>
                <a:lnTo>
                  <a:pt x="12585" y="752563"/>
                </a:lnTo>
                <a:lnTo>
                  <a:pt x="47536" y="787527"/>
                </a:lnTo>
                <a:lnTo>
                  <a:pt x="88988" y="800100"/>
                </a:lnTo>
                <a:lnTo>
                  <a:pt x="101511" y="800100"/>
                </a:lnTo>
                <a:lnTo>
                  <a:pt x="142963" y="787527"/>
                </a:lnTo>
                <a:lnTo>
                  <a:pt x="177914" y="752563"/>
                </a:lnTo>
                <a:lnTo>
                  <a:pt x="190500" y="711098"/>
                </a:lnTo>
                <a:lnTo>
                  <a:pt x="190500" y="704850"/>
                </a:lnTo>
                <a:lnTo>
                  <a:pt x="190500" y="698588"/>
                </a:lnTo>
                <a:close/>
              </a:path>
              <a:path w="190500" h="3228975">
                <a:moveTo>
                  <a:pt x="190500" y="88988"/>
                </a:moveTo>
                <a:lnTo>
                  <a:pt x="177914" y="47523"/>
                </a:lnTo>
                <a:lnTo>
                  <a:pt x="142963" y="12573"/>
                </a:lnTo>
                <a:lnTo>
                  <a:pt x="101511" y="0"/>
                </a:lnTo>
                <a:lnTo>
                  <a:pt x="88988" y="0"/>
                </a:lnTo>
                <a:lnTo>
                  <a:pt x="47536" y="12573"/>
                </a:lnTo>
                <a:lnTo>
                  <a:pt x="12585" y="47523"/>
                </a:lnTo>
                <a:lnTo>
                  <a:pt x="0" y="88988"/>
                </a:lnTo>
                <a:lnTo>
                  <a:pt x="0" y="101498"/>
                </a:lnTo>
                <a:lnTo>
                  <a:pt x="12585" y="142963"/>
                </a:lnTo>
                <a:lnTo>
                  <a:pt x="47536" y="177914"/>
                </a:lnTo>
                <a:lnTo>
                  <a:pt x="88988" y="190500"/>
                </a:lnTo>
                <a:lnTo>
                  <a:pt x="101511" y="190500"/>
                </a:lnTo>
                <a:lnTo>
                  <a:pt x="142963" y="177914"/>
                </a:lnTo>
                <a:lnTo>
                  <a:pt x="177914" y="142963"/>
                </a:lnTo>
                <a:lnTo>
                  <a:pt x="190500" y="101498"/>
                </a:lnTo>
                <a:lnTo>
                  <a:pt x="190500" y="95250"/>
                </a:lnTo>
                <a:lnTo>
                  <a:pt x="190500" y="889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1471" y="3052127"/>
            <a:ext cx="11069320" cy="37934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3188970">
              <a:lnSpc>
                <a:spcPts val="4800"/>
              </a:lnSpc>
              <a:spcBef>
                <a:spcPts val="1045"/>
              </a:spcBef>
            </a:pPr>
            <a:r>
              <a:rPr sz="4750" spc="265" dirty="0">
                <a:solidFill>
                  <a:srgbClr val="FFFFFF"/>
                </a:solidFill>
                <a:latin typeface="Cambria"/>
                <a:cs typeface="Cambria"/>
              </a:rPr>
              <a:t>Data </a:t>
            </a:r>
            <a:r>
              <a:rPr sz="4750" spc="140" dirty="0">
                <a:solidFill>
                  <a:srgbClr val="FFFFFF"/>
                </a:solidFill>
                <a:latin typeface="Cambria"/>
                <a:cs typeface="Cambria"/>
              </a:rPr>
              <a:t>Analysis </a:t>
            </a:r>
            <a:r>
              <a:rPr sz="4750" spc="190" dirty="0">
                <a:solidFill>
                  <a:srgbClr val="FFFFFF"/>
                </a:solidFill>
                <a:latin typeface="Cambria"/>
                <a:cs typeface="Cambria"/>
              </a:rPr>
              <a:t>Techniques </a:t>
            </a:r>
            <a:r>
              <a:rPr sz="475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90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475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145" dirty="0">
                <a:solidFill>
                  <a:srgbClr val="FFFFFF"/>
                </a:solidFill>
                <a:latin typeface="Cambria"/>
                <a:cs typeface="Cambria"/>
              </a:rPr>
              <a:t>Behavior</a:t>
            </a:r>
            <a:r>
              <a:rPr sz="4750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140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endParaRPr sz="4750">
              <a:latin typeface="Cambria"/>
              <a:cs typeface="Cambria"/>
            </a:endParaRPr>
          </a:p>
          <a:p>
            <a:pPr marL="12700" marR="5080">
              <a:lnSpc>
                <a:spcPct val="83800"/>
              </a:lnSpc>
              <a:spcBef>
                <a:spcPts val="15"/>
              </a:spcBef>
            </a:pPr>
            <a:r>
              <a:rPr sz="4750" spc="145" dirty="0">
                <a:solidFill>
                  <a:srgbClr val="FFFFFF"/>
                </a:solidFill>
                <a:latin typeface="Cambria"/>
                <a:cs typeface="Cambria"/>
              </a:rPr>
              <a:t>Predictive </a:t>
            </a:r>
            <a:r>
              <a:rPr sz="4750" spc="170" dirty="0">
                <a:solidFill>
                  <a:srgbClr val="FFFFFF"/>
                </a:solidFill>
                <a:latin typeface="Cambria"/>
                <a:cs typeface="Cambria"/>
              </a:rPr>
              <a:t>Analytics </a:t>
            </a:r>
            <a:r>
              <a:rPr sz="4750" spc="24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4750" spc="160" dirty="0">
                <a:solidFill>
                  <a:srgbClr val="FFFFFF"/>
                </a:solidFill>
                <a:latin typeface="Cambria"/>
                <a:cs typeface="Cambria"/>
              </a:rPr>
              <a:t>Forecasting 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50" dirty="0">
                <a:solidFill>
                  <a:srgbClr val="FFFFFF"/>
                </a:solidFill>
                <a:latin typeface="Cambria"/>
                <a:cs typeface="Cambria"/>
              </a:rPr>
              <a:t>Optimization </a:t>
            </a:r>
            <a:r>
              <a:rPr sz="4750" spc="24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4750" spc="250" dirty="0">
                <a:solidFill>
                  <a:srgbClr val="FFFFFF"/>
                </a:solidFill>
                <a:latin typeface="Cambria"/>
                <a:cs typeface="Cambria"/>
              </a:rPr>
              <a:t>Decision-Making </a:t>
            </a:r>
            <a:r>
              <a:rPr sz="4750" spc="25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150" dirty="0">
                <a:solidFill>
                  <a:srgbClr val="FFFFFF"/>
                </a:solidFill>
                <a:latin typeface="Cambria"/>
                <a:cs typeface="Cambria"/>
              </a:rPr>
              <a:t>Practical</a:t>
            </a:r>
            <a:r>
              <a:rPr sz="475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00" dirty="0">
                <a:solidFill>
                  <a:srgbClr val="FFFFFF"/>
                </a:solidFill>
                <a:latin typeface="Cambria"/>
                <a:cs typeface="Cambria"/>
              </a:rPr>
              <a:t>Applications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4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85" dirty="0">
                <a:solidFill>
                  <a:srgbClr val="FFFFFF"/>
                </a:solidFill>
                <a:latin typeface="Cambria"/>
                <a:cs typeface="Cambria"/>
              </a:rPr>
              <a:t>Case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04" dirty="0">
                <a:solidFill>
                  <a:srgbClr val="FFFFFF"/>
                </a:solidFill>
                <a:latin typeface="Cambria"/>
                <a:cs typeface="Cambria"/>
              </a:rPr>
              <a:t>Studies </a:t>
            </a:r>
            <a:r>
              <a:rPr sz="4750" spc="-10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175" dirty="0">
                <a:solidFill>
                  <a:srgbClr val="FFFFFF"/>
                </a:solidFill>
                <a:latin typeface="Cambria"/>
                <a:cs typeface="Cambria"/>
              </a:rPr>
              <a:t>Reporting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24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47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750" spc="315" dirty="0">
                <a:solidFill>
                  <a:srgbClr val="FFFFFF"/>
                </a:solidFill>
                <a:latin typeface="Cambria"/>
                <a:cs typeface="Cambria"/>
              </a:rPr>
              <a:t>Communication</a:t>
            </a:r>
            <a:endParaRPr sz="4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2920" cy="10261600"/>
          </a:xfrm>
          <a:custGeom>
            <a:avLst/>
            <a:gdLst/>
            <a:ahLst/>
            <a:cxnLst/>
            <a:rect l="l" t="t" r="r" b="b"/>
            <a:pathLst>
              <a:path w="18282920" h="10261600">
                <a:moveTo>
                  <a:pt x="0" y="10261051"/>
                </a:moveTo>
                <a:lnTo>
                  <a:pt x="18282379" y="10261051"/>
                </a:lnTo>
                <a:lnTo>
                  <a:pt x="18282379" y="0"/>
                </a:lnTo>
                <a:lnTo>
                  <a:pt x="0" y="0"/>
                </a:lnTo>
                <a:lnTo>
                  <a:pt x="0" y="10261051"/>
                </a:lnTo>
                <a:close/>
              </a:path>
            </a:pathLst>
          </a:custGeom>
          <a:solidFill>
            <a:srgbClr val="282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6222" y="4171404"/>
            <a:ext cx="15114905" cy="17741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450" spc="335" dirty="0">
                <a:latin typeface="Verdana"/>
                <a:cs typeface="Verdana"/>
              </a:rPr>
              <a:t>Modules</a:t>
            </a:r>
            <a:r>
              <a:rPr sz="11450" spc="-1019" dirty="0">
                <a:latin typeface="Verdana"/>
                <a:cs typeface="Verdana"/>
              </a:rPr>
              <a:t> </a:t>
            </a:r>
            <a:r>
              <a:rPr sz="11450" spc="125" dirty="0">
                <a:latin typeface="Verdana"/>
                <a:cs typeface="Verdana"/>
              </a:rPr>
              <a:t>Desc</a:t>
            </a:r>
            <a:r>
              <a:rPr sz="11450" spc="-5" dirty="0">
                <a:latin typeface="Verdana"/>
                <a:cs typeface="Verdana"/>
              </a:rPr>
              <a:t>r</a:t>
            </a:r>
            <a:r>
              <a:rPr sz="11450" spc="235" dirty="0">
                <a:latin typeface="Verdana"/>
                <a:cs typeface="Verdana"/>
              </a:rPr>
              <a:t>iption</a:t>
            </a:r>
            <a:endParaRPr sz="11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88" y="0"/>
            <a:ext cx="18280380" cy="10287000"/>
            <a:chOff x="5288" y="0"/>
            <a:chExt cx="1828038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8" y="5789"/>
              <a:ext cx="18278472" cy="102812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849866" y="1266202"/>
              <a:ext cx="6448425" cy="6448425"/>
            </a:xfrm>
            <a:custGeom>
              <a:avLst/>
              <a:gdLst/>
              <a:ahLst/>
              <a:cxnLst/>
              <a:rect l="l" t="t" r="r" b="b"/>
              <a:pathLst>
                <a:path w="6448425" h="6448425">
                  <a:moveTo>
                    <a:pt x="3224276" y="0"/>
                  </a:moveTo>
                  <a:lnTo>
                    <a:pt x="0" y="3222967"/>
                  </a:lnTo>
                  <a:lnTo>
                    <a:pt x="3224276" y="6448425"/>
                  </a:lnTo>
                  <a:lnTo>
                    <a:pt x="6448425" y="3222967"/>
                  </a:lnTo>
                  <a:lnTo>
                    <a:pt x="3224276" y="0"/>
                  </a:lnTo>
                  <a:close/>
                </a:path>
              </a:pathLst>
            </a:custGeom>
            <a:solidFill>
              <a:srgbClr val="484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59243" y="0"/>
              <a:ext cx="6448425" cy="3677285"/>
            </a:xfrm>
            <a:custGeom>
              <a:avLst/>
              <a:gdLst/>
              <a:ahLst/>
              <a:cxnLst/>
              <a:rect l="l" t="t" r="r" b="b"/>
              <a:pathLst>
                <a:path w="6448425" h="3677285">
                  <a:moveTo>
                    <a:pt x="5995397" y="0"/>
                  </a:moveTo>
                  <a:lnTo>
                    <a:pt x="453028" y="0"/>
                  </a:lnTo>
                  <a:lnTo>
                    <a:pt x="0" y="453020"/>
                  </a:lnTo>
                  <a:lnTo>
                    <a:pt x="3224212" y="3677233"/>
                  </a:lnTo>
                  <a:lnTo>
                    <a:pt x="6448424" y="453019"/>
                  </a:lnTo>
                  <a:lnTo>
                    <a:pt x="5995397" y="0"/>
                  </a:lnTo>
                  <a:close/>
                </a:path>
              </a:pathLst>
            </a:custGeom>
            <a:solidFill>
              <a:srgbClr val="70B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68" y="25948"/>
              <a:ext cx="18278475" cy="10261600"/>
            </a:xfrm>
            <a:custGeom>
              <a:avLst/>
              <a:gdLst/>
              <a:ahLst/>
              <a:cxnLst/>
              <a:rect l="l" t="t" r="r" b="b"/>
              <a:pathLst>
                <a:path w="18278475" h="10261600">
                  <a:moveTo>
                    <a:pt x="18278475" y="0"/>
                  </a:moveTo>
                  <a:lnTo>
                    <a:pt x="0" y="0"/>
                  </a:lnTo>
                  <a:lnTo>
                    <a:pt x="0" y="10261049"/>
                  </a:lnTo>
                  <a:lnTo>
                    <a:pt x="18278475" y="10261049"/>
                  </a:lnTo>
                  <a:lnTo>
                    <a:pt x="18278475" y="0"/>
                  </a:lnTo>
                  <a:close/>
                </a:path>
              </a:pathLst>
            </a:custGeom>
            <a:solidFill>
              <a:srgbClr val="282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082" y="2570899"/>
              <a:ext cx="276225" cy="4610100"/>
            </a:xfrm>
            <a:custGeom>
              <a:avLst/>
              <a:gdLst/>
              <a:ahLst/>
              <a:cxnLst/>
              <a:rect l="l" t="t" r="r" b="b"/>
              <a:pathLst>
                <a:path w="276225" h="4610100">
                  <a:moveTo>
                    <a:pt x="276225" y="4471987"/>
                  </a:moveTo>
                  <a:lnTo>
                    <a:pt x="270281" y="4431906"/>
                  </a:lnTo>
                  <a:lnTo>
                    <a:pt x="252945" y="4395267"/>
                  </a:lnTo>
                  <a:lnTo>
                    <a:pt x="225729" y="4365231"/>
                  </a:lnTo>
                  <a:lnTo>
                    <a:pt x="190969" y="4344390"/>
                  </a:lnTo>
                  <a:lnTo>
                    <a:pt x="151650" y="4334548"/>
                  </a:lnTo>
                  <a:lnTo>
                    <a:pt x="138112" y="4333875"/>
                  </a:lnTo>
                  <a:lnTo>
                    <a:pt x="131330" y="4334053"/>
                  </a:lnTo>
                  <a:lnTo>
                    <a:pt x="91592" y="4341952"/>
                  </a:lnTo>
                  <a:lnTo>
                    <a:pt x="55829" y="4361065"/>
                  </a:lnTo>
                  <a:lnTo>
                    <a:pt x="27190" y="4389717"/>
                  </a:lnTo>
                  <a:lnTo>
                    <a:pt x="8077" y="4425480"/>
                  </a:lnTo>
                  <a:lnTo>
                    <a:pt x="165" y="4465205"/>
                  </a:lnTo>
                  <a:lnTo>
                    <a:pt x="0" y="4471987"/>
                  </a:lnTo>
                  <a:lnTo>
                    <a:pt x="165" y="4478782"/>
                  </a:lnTo>
                  <a:lnTo>
                    <a:pt x="8077" y="4518520"/>
                  </a:lnTo>
                  <a:lnTo>
                    <a:pt x="27190" y="4554283"/>
                  </a:lnTo>
                  <a:lnTo>
                    <a:pt x="55829" y="4582934"/>
                  </a:lnTo>
                  <a:lnTo>
                    <a:pt x="91592" y="4602048"/>
                  </a:lnTo>
                  <a:lnTo>
                    <a:pt x="131330" y="4609947"/>
                  </a:lnTo>
                  <a:lnTo>
                    <a:pt x="138112" y="4610100"/>
                  </a:lnTo>
                  <a:lnTo>
                    <a:pt x="144894" y="4609947"/>
                  </a:lnTo>
                  <a:lnTo>
                    <a:pt x="184632" y="4602048"/>
                  </a:lnTo>
                  <a:lnTo>
                    <a:pt x="220395" y="4582934"/>
                  </a:lnTo>
                  <a:lnTo>
                    <a:pt x="249047" y="4554283"/>
                  </a:lnTo>
                  <a:lnTo>
                    <a:pt x="268160" y="4518520"/>
                  </a:lnTo>
                  <a:lnTo>
                    <a:pt x="276059" y="4478782"/>
                  </a:lnTo>
                  <a:lnTo>
                    <a:pt x="276225" y="4471987"/>
                  </a:lnTo>
                  <a:close/>
                </a:path>
                <a:path w="276225" h="4610100">
                  <a:moveTo>
                    <a:pt x="276225" y="1871662"/>
                  </a:moveTo>
                  <a:lnTo>
                    <a:pt x="270281" y="1831581"/>
                  </a:lnTo>
                  <a:lnTo>
                    <a:pt x="252945" y="1794941"/>
                  </a:lnTo>
                  <a:lnTo>
                    <a:pt x="225729" y="1764906"/>
                  </a:lnTo>
                  <a:lnTo>
                    <a:pt x="190969" y="1744065"/>
                  </a:lnTo>
                  <a:lnTo>
                    <a:pt x="151650" y="1734223"/>
                  </a:lnTo>
                  <a:lnTo>
                    <a:pt x="138112" y="1733550"/>
                  </a:lnTo>
                  <a:lnTo>
                    <a:pt x="131330" y="1733727"/>
                  </a:lnTo>
                  <a:lnTo>
                    <a:pt x="91592" y="1741627"/>
                  </a:lnTo>
                  <a:lnTo>
                    <a:pt x="55829" y="1760740"/>
                  </a:lnTo>
                  <a:lnTo>
                    <a:pt x="27190" y="1789391"/>
                  </a:lnTo>
                  <a:lnTo>
                    <a:pt x="8077" y="1825155"/>
                  </a:lnTo>
                  <a:lnTo>
                    <a:pt x="165" y="1864880"/>
                  </a:lnTo>
                  <a:lnTo>
                    <a:pt x="0" y="1871662"/>
                  </a:lnTo>
                  <a:lnTo>
                    <a:pt x="165" y="1878457"/>
                  </a:lnTo>
                  <a:lnTo>
                    <a:pt x="8077" y="1918195"/>
                  </a:lnTo>
                  <a:lnTo>
                    <a:pt x="27190" y="1953958"/>
                  </a:lnTo>
                  <a:lnTo>
                    <a:pt x="55829" y="1982609"/>
                  </a:lnTo>
                  <a:lnTo>
                    <a:pt x="91592" y="2001723"/>
                  </a:lnTo>
                  <a:lnTo>
                    <a:pt x="131330" y="2009622"/>
                  </a:lnTo>
                  <a:lnTo>
                    <a:pt x="138112" y="2009775"/>
                  </a:lnTo>
                  <a:lnTo>
                    <a:pt x="144894" y="2009622"/>
                  </a:lnTo>
                  <a:lnTo>
                    <a:pt x="184632" y="2001723"/>
                  </a:lnTo>
                  <a:lnTo>
                    <a:pt x="220395" y="1982609"/>
                  </a:lnTo>
                  <a:lnTo>
                    <a:pt x="249047" y="1953958"/>
                  </a:lnTo>
                  <a:lnTo>
                    <a:pt x="268160" y="1918195"/>
                  </a:lnTo>
                  <a:lnTo>
                    <a:pt x="276059" y="1878457"/>
                  </a:lnTo>
                  <a:lnTo>
                    <a:pt x="276225" y="1871662"/>
                  </a:lnTo>
                  <a:close/>
                </a:path>
                <a:path w="276225" h="4610100">
                  <a:moveTo>
                    <a:pt x="276225" y="138112"/>
                  </a:moveTo>
                  <a:lnTo>
                    <a:pt x="270281" y="98031"/>
                  </a:lnTo>
                  <a:lnTo>
                    <a:pt x="252945" y="61391"/>
                  </a:lnTo>
                  <a:lnTo>
                    <a:pt x="225729" y="31356"/>
                  </a:lnTo>
                  <a:lnTo>
                    <a:pt x="190969" y="10515"/>
                  </a:lnTo>
                  <a:lnTo>
                    <a:pt x="151650" y="673"/>
                  </a:lnTo>
                  <a:lnTo>
                    <a:pt x="138112" y="0"/>
                  </a:lnTo>
                  <a:lnTo>
                    <a:pt x="131330" y="177"/>
                  </a:lnTo>
                  <a:lnTo>
                    <a:pt x="91592" y="8077"/>
                  </a:lnTo>
                  <a:lnTo>
                    <a:pt x="55829" y="27190"/>
                  </a:lnTo>
                  <a:lnTo>
                    <a:pt x="27190" y="55841"/>
                  </a:lnTo>
                  <a:lnTo>
                    <a:pt x="8077" y="91605"/>
                  </a:lnTo>
                  <a:lnTo>
                    <a:pt x="165" y="131330"/>
                  </a:lnTo>
                  <a:lnTo>
                    <a:pt x="0" y="138112"/>
                  </a:lnTo>
                  <a:lnTo>
                    <a:pt x="165" y="144907"/>
                  </a:lnTo>
                  <a:lnTo>
                    <a:pt x="8077" y="184645"/>
                  </a:lnTo>
                  <a:lnTo>
                    <a:pt x="27190" y="220408"/>
                  </a:lnTo>
                  <a:lnTo>
                    <a:pt x="55829" y="249059"/>
                  </a:lnTo>
                  <a:lnTo>
                    <a:pt x="91592" y="268173"/>
                  </a:lnTo>
                  <a:lnTo>
                    <a:pt x="131330" y="276072"/>
                  </a:lnTo>
                  <a:lnTo>
                    <a:pt x="138112" y="276225"/>
                  </a:lnTo>
                  <a:lnTo>
                    <a:pt x="144894" y="276072"/>
                  </a:lnTo>
                  <a:lnTo>
                    <a:pt x="184632" y="268173"/>
                  </a:lnTo>
                  <a:lnTo>
                    <a:pt x="220395" y="249059"/>
                  </a:lnTo>
                  <a:lnTo>
                    <a:pt x="249047" y="220408"/>
                  </a:lnTo>
                  <a:lnTo>
                    <a:pt x="268160" y="184645"/>
                  </a:lnTo>
                  <a:lnTo>
                    <a:pt x="276059" y="144907"/>
                  </a:lnTo>
                  <a:lnTo>
                    <a:pt x="276225" y="138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4102" y="377165"/>
            <a:ext cx="10196195" cy="1065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800" spc="370" dirty="0"/>
              <a:t>Data</a:t>
            </a:r>
            <a:r>
              <a:rPr sz="6800" spc="-25" dirty="0"/>
              <a:t> </a:t>
            </a:r>
            <a:r>
              <a:rPr sz="6800" spc="190" dirty="0"/>
              <a:t>Analysis</a:t>
            </a:r>
            <a:r>
              <a:rPr sz="6800" spc="35" dirty="0"/>
              <a:t> </a:t>
            </a:r>
            <a:r>
              <a:rPr sz="6800" spc="260" dirty="0"/>
              <a:t>Techniques</a:t>
            </a:r>
            <a:endParaRPr sz="6800"/>
          </a:p>
        </p:txBody>
      </p:sp>
      <p:sp>
        <p:nvSpPr>
          <p:cNvPr id="9" name="object 9"/>
          <p:cNvSpPr/>
          <p:nvPr/>
        </p:nvSpPr>
        <p:spPr>
          <a:xfrm>
            <a:off x="229082" y="2570899"/>
            <a:ext cx="276225" cy="4610100"/>
          </a:xfrm>
          <a:custGeom>
            <a:avLst/>
            <a:gdLst/>
            <a:ahLst/>
            <a:cxnLst/>
            <a:rect l="l" t="t" r="r" b="b"/>
            <a:pathLst>
              <a:path w="276225" h="4610100">
                <a:moveTo>
                  <a:pt x="276225" y="4471987"/>
                </a:moveTo>
                <a:lnTo>
                  <a:pt x="270281" y="4431906"/>
                </a:lnTo>
                <a:lnTo>
                  <a:pt x="252945" y="4395267"/>
                </a:lnTo>
                <a:lnTo>
                  <a:pt x="225729" y="4365231"/>
                </a:lnTo>
                <a:lnTo>
                  <a:pt x="190969" y="4344390"/>
                </a:lnTo>
                <a:lnTo>
                  <a:pt x="151650" y="4334548"/>
                </a:lnTo>
                <a:lnTo>
                  <a:pt x="138112" y="4333875"/>
                </a:lnTo>
                <a:lnTo>
                  <a:pt x="131330" y="4334053"/>
                </a:lnTo>
                <a:lnTo>
                  <a:pt x="91592" y="4341952"/>
                </a:lnTo>
                <a:lnTo>
                  <a:pt x="55829" y="4361065"/>
                </a:lnTo>
                <a:lnTo>
                  <a:pt x="27190" y="4389717"/>
                </a:lnTo>
                <a:lnTo>
                  <a:pt x="8077" y="4425480"/>
                </a:lnTo>
                <a:lnTo>
                  <a:pt x="165" y="4465205"/>
                </a:lnTo>
                <a:lnTo>
                  <a:pt x="0" y="4471987"/>
                </a:lnTo>
                <a:lnTo>
                  <a:pt x="165" y="4478782"/>
                </a:lnTo>
                <a:lnTo>
                  <a:pt x="8077" y="4518520"/>
                </a:lnTo>
                <a:lnTo>
                  <a:pt x="27190" y="4554283"/>
                </a:lnTo>
                <a:lnTo>
                  <a:pt x="55829" y="4582934"/>
                </a:lnTo>
                <a:lnTo>
                  <a:pt x="91592" y="4602048"/>
                </a:lnTo>
                <a:lnTo>
                  <a:pt x="131330" y="4609947"/>
                </a:lnTo>
                <a:lnTo>
                  <a:pt x="138112" y="4610100"/>
                </a:lnTo>
                <a:lnTo>
                  <a:pt x="144894" y="4609947"/>
                </a:lnTo>
                <a:lnTo>
                  <a:pt x="184632" y="4602048"/>
                </a:lnTo>
                <a:lnTo>
                  <a:pt x="220395" y="4582934"/>
                </a:lnTo>
                <a:lnTo>
                  <a:pt x="249047" y="4554283"/>
                </a:lnTo>
                <a:lnTo>
                  <a:pt x="268160" y="4518520"/>
                </a:lnTo>
                <a:lnTo>
                  <a:pt x="276059" y="4478782"/>
                </a:lnTo>
                <a:lnTo>
                  <a:pt x="276225" y="4471987"/>
                </a:lnTo>
                <a:close/>
              </a:path>
              <a:path w="276225" h="4610100">
                <a:moveTo>
                  <a:pt x="276225" y="1871662"/>
                </a:moveTo>
                <a:lnTo>
                  <a:pt x="270281" y="1831581"/>
                </a:lnTo>
                <a:lnTo>
                  <a:pt x="252945" y="1794941"/>
                </a:lnTo>
                <a:lnTo>
                  <a:pt x="225729" y="1764906"/>
                </a:lnTo>
                <a:lnTo>
                  <a:pt x="190969" y="1744065"/>
                </a:lnTo>
                <a:lnTo>
                  <a:pt x="151650" y="1734223"/>
                </a:lnTo>
                <a:lnTo>
                  <a:pt x="138112" y="1733550"/>
                </a:lnTo>
                <a:lnTo>
                  <a:pt x="131330" y="1733727"/>
                </a:lnTo>
                <a:lnTo>
                  <a:pt x="91592" y="1741627"/>
                </a:lnTo>
                <a:lnTo>
                  <a:pt x="55829" y="1760740"/>
                </a:lnTo>
                <a:lnTo>
                  <a:pt x="27190" y="1789391"/>
                </a:lnTo>
                <a:lnTo>
                  <a:pt x="8077" y="1825155"/>
                </a:lnTo>
                <a:lnTo>
                  <a:pt x="165" y="1864880"/>
                </a:lnTo>
                <a:lnTo>
                  <a:pt x="0" y="1871662"/>
                </a:lnTo>
                <a:lnTo>
                  <a:pt x="165" y="1878457"/>
                </a:lnTo>
                <a:lnTo>
                  <a:pt x="8077" y="1918195"/>
                </a:lnTo>
                <a:lnTo>
                  <a:pt x="27190" y="1953958"/>
                </a:lnTo>
                <a:lnTo>
                  <a:pt x="55829" y="1982609"/>
                </a:lnTo>
                <a:lnTo>
                  <a:pt x="91592" y="2001723"/>
                </a:lnTo>
                <a:lnTo>
                  <a:pt x="131330" y="2009622"/>
                </a:lnTo>
                <a:lnTo>
                  <a:pt x="138112" y="2009775"/>
                </a:lnTo>
                <a:lnTo>
                  <a:pt x="144894" y="2009622"/>
                </a:lnTo>
                <a:lnTo>
                  <a:pt x="184632" y="2001723"/>
                </a:lnTo>
                <a:lnTo>
                  <a:pt x="220395" y="1982609"/>
                </a:lnTo>
                <a:lnTo>
                  <a:pt x="249047" y="1953958"/>
                </a:lnTo>
                <a:lnTo>
                  <a:pt x="268160" y="1918195"/>
                </a:lnTo>
                <a:lnTo>
                  <a:pt x="276059" y="1878457"/>
                </a:lnTo>
                <a:lnTo>
                  <a:pt x="276225" y="1871662"/>
                </a:lnTo>
                <a:close/>
              </a:path>
              <a:path w="276225" h="4610100">
                <a:moveTo>
                  <a:pt x="276225" y="138112"/>
                </a:moveTo>
                <a:lnTo>
                  <a:pt x="270281" y="98031"/>
                </a:lnTo>
                <a:lnTo>
                  <a:pt x="252945" y="61391"/>
                </a:lnTo>
                <a:lnTo>
                  <a:pt x="225729" y="31356"/>
                </a:lnTo>
                <a:lnTo>
                  <a:pt x="190969" y="10515"/>
                </a:lnTo>
                <a:lnTo>
                  <a:pt x="151650" y="673"/>
                </a:lnTo>
                <a:lnTo>
                  <a:pt x="138112" y="0"/>
                </a:lnTo>
                <a:lnTo>
                  <a:pt x="131330" y="177"/>
                </a:lnTo>
                <a:lnTo>
                  <a:pt x="91592" y="8077"/>
                </a:lnTo>
                <a:lnTo>
                  <a:pt x="55829" y="27190"/>
                </a:lnTo>
                <a:lnTo>
                  <a:pt x="27190" y="55841"/>
                </a:lnTo>
                <a:lnTo>
                  <a:pt x="8077" y="91605"/>
                </a:lnTo>
                <a:lnTo>
                  <a:pt x="165" y="131330"/>
                </a:lnTo>
                <a:lnTo>
                  <a:pt x="0" y="138112"/>
                </a:lnTo>
                <a:lnTo>
                  <a:pt x="165" y="144907"/>
                </a:lnTo>
                <a:lnTo>
                  <a:pt x="8077" y="184645"/>
                </a:lnTo>
                <a:lnTo>
                  <a:pt x="27190" y="220408"/>
                </a:lnTo>
                <a:lnTo>
                  <a:pt x="55829" y="249059"/>
                </a:lnTo>
                <a:lnTo>
                  <a:pt x="91592" y="268173"/>
                </a:lnTo>
                <a:lnTo>
                  <a:pt x="131330" y="276072"/>
                </a:lnTo>
                <a:lnTo>
                  <a:pt x="138112" y="276225"/>
                </a:lnTo>
                <a:lnTo>
                  <a:pt x="144894" y="276072"/>
                </a:lnTo>
                <a:lnTo>
                  <a:pt x="184632" y="268173"/>
                </a:lnTo>
                <a:lnTo>
                  <a:pt x="220395" y="249059"/>
                </a:lnTo>
                <a:lnTo>
                  <a:pt x="249047" y="220408"/>
                </a:lnTo>
                <a:lnTo>
                  <a:pt x="268160" y="184645"/>
                </a:lnTo>
                <a:lnTo>
                  <a:pt x="276059" y="144907"/>
                </a:lnTo>
                <a:lnTo>
                  <a:pt x="276225" y="1381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4055" y="2194345"/>
            <a:ext cx="17134840" cy="609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5800"/>
              </a:lnSpc>
              <a:spcBef>
                <a:spcPts val="95"/>
              </a:spcBef>
            </a:pP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Descriptive 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Statistics: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Use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descriptive </a:t>
            </a:r>
            <a:r>
              <a:rPr sz="3650" spc="100" dirty="0">
                <a:solidFill>
                  <a:srgbClr val="FFFFFF"/>
                </a:solidFill>
                <a:latin typeface="Cambria"/>
                <a:cs typeface="Cambria"/>
              </a:rPr>
              <a:t>statistics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summarize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data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5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identify</a:t>
            </a:r>
            <a:r>
              <a:rPr sz="3650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trends.</a:t>
            </a:r>
            <a:endParaRPr sz="3650">
              <a:latin typeface="Cambria"/>
              <a:cs typeface="Cambria"/>
            </a:endParaRPr>
          </a:p>
          <a:p>
            <a:pPr marL="12700" marR="5080" algn="just">
              <a:lnSpc>
                <a:spcPct val="155800"/>
              </a:lnSpc>
            </a:pPr>
            <a:r>
              <a:rPr sz="3650" spc="204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3650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Visualization: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Create</a:t>
            </a:r>
            <a:r>
              <a:rPr sz="365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visualizations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60" dirty="0">
                <a:solidFill>
                  <a:srgbClr val="FFFFFF"/>
                </a:solidFill>
                <a:latin typeface="Cambria"/>
                <a:cs typeface="Cambria"/>
              </a:rPr>
              <a:t>(charts,</a:t>
            </a:r>
            <a:r>
              <a:rPr sz="365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graphs,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0" dirty="0">
                <a:solidFill>
                  <a:srgbClr val="FFFFFF"/>
                </a:solidFill>
                <a:latin typeface="Cambria"/>
                <a:cs typeface="Cambria"/>
              </a:rPr>
              <a:t>dashboards)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represent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data 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clearly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effectively </a:t>
            </a:r>
            <a:r>
              <a:rPr sz="3650" spc="140" dirty="0">
                <a:solidFill>
                  <a:srgbClr val="FFFFFF"/>
                </a:solidFill>
                <a:latin typeface="Cambria"/>
                <a:cs typeface="Cambria"/>
              </a:rPr>
              <a:t>using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tools </a:t>
            </a:r>
            <a:r>
              <a:rPr sz="3650" spc="65" dirty="0">
                <a:solidFill>
                  <a:srgbClr val="FFFFFF"/>
                </a:solidFill>
                <a:latin typeface="Cambria"/>
                <a:cs typeface="Cambria"/>
              </a:rPr>
              <a:t>like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Excel, </a:t>
            </a:r>
            <a:r>
              <a:rPr sz="3650" spc="110" dirty="0">
                <a:solidFill>
                  <a:srgbClr val="FFFFFF"/>
                </a:solidFill>
                <a:latin typeface="Cambria"/>
                <a:cs typeface="Cambria"/>
              </a:rPr>
              <a:t>Tableau,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or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85" dirty="0">
                <a:solidFill>
                  <a:srgbClr val="FFFFFF"/>
                </a:solidFill>
                <a:latin typeface="Cambria"/>
                <a:cs typeface="Cambria"/>
              </a:rPr>
              <a:t>Power</a:t>
            </a:r>
            <a:r>
              <a:rPr sz="365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BI.</a:t>
            </a:r>
            <a:endParaRPr sz="3650">
              <a:latin typeface="Cambria"/>
              <a:cs typeface="Cambria"/>
            </a:endParaRPr>
          </a:p>
          <a:p>
            <a:pPr marL="12700" marR="5080" algn="just">
              <a:lnSpc>
                <a:spcPct val="155800"/>
              </a:lnSpc>
            </a:pP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Segmentation: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Perform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365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product</a:t>
            </a:r>
            <a:r>
              <a:rPr sz="365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segmentation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identify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patterns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target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specific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groups.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244" y="319883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0"/>
                </a:moveTo>
                <a:lnTo>
                  <a:pt x="98021" y="5942"/>
                </a:lnTo>
                <a:lnTo>
                  <a:pt x="61381" y="23279"/>
                </a:lnTo>
                <a:lnTo>
                  <a:pt x="31351" y="50490"/>
                </a:lnTo>
                <a:lnTo>
                  <a:pt x="10513" y="85255"/>
                </a:lnTo>
                <a:lnTo>
                  <a:pt x="663" y="124575"/>
                </a:lnTo>
                <a:lnTo>
                  <a:pt x="0" y="138112"/>
                </a:lnTo>
                <a:lnTo>
                  <a:pt x="165" y="144896"/>
                </a:lnTo>
                <a:lnTo>
                  <a:pt x="8071" y="184635"/>
                </a:lnTo>
                <a:lnTo>
                  <a:pt x="27185" y="220391"/>
                </a:lnTo>
                <a:lnTo>
                  <a:pt x="55832" y="249037"/>
                </a:lnTo>
                <a:lnTo>
                  <a:pt x="91591" y="268152"/>
                </a:lnTo>
                <a:lnTo>
                  <a:pt x="131328" y="276058"/>
                </a:lnTo>
                <a:lnTo>
                  <a:pt x="138112" y="276225"/>
                </a:lnTo>
                <a:lnTo>
                  <a:pt x="144898" y="276058"/>
                </a:lnTo>
                <a:lnTo>
                  <a:pt x="184634" y="268152"/>
                </a:lnTo>
                <a:lnTo>
                  <a:pt x="220393" y="249037"/>
                </a:lnTo>
                <a:lnTo>
                  <a:pt x="249042" y="220391"/>
                </a:lnTo>
                <a:lnTo>
                  <a:pt x="268157" y="184635"/>
                </a:lnTo>
                <a:lnTo>
                  <a:pt x="276059" y="144896"/>
                </a:lnTo>
                <a:lnTo>
                  <a:pt x="276225" y="138112"/>
                </a:lnTo>
                <a:lnTo>
                  <a:pt x="276059" y="131328"/>
                </a:lnTo>
                <a:lnTo>
                  <a:pt x="268157" y="91589"/>
                </a:lnTo>
                <a:lnTo>
                  <a:pt x="249042" y="55828"/>
                </a:lnTo>
                <a:lnTo>
                  <a:pt x="220393" y="27181"/>
                </a:lnTo>
                <a:lnTo>
                  <a:pt x="184634" y="8067"/>
                </a:lnTo>
                <a:lnTo>
                  <a:pt x="144898" y="166"/>
                </a:lnTo>
                <a:lnTo>
                  <a:pt x="138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5244" y="406561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0"/>
                </a:moveTo>
                <a:lnTo>
                  <a:pt x="98021" y="5942"/>
                </a:lnTo>
                <a:lnTo>
                  <a:pt x="61381" y="23279"/>
                </a:lnTo>
                <a:lnTo>
                  <a:pt x="31351" y="50490"/>
                </a:lnTo>
                <a:lnTo>
                  <a:pt x="10513" y="85255"/>
                </a:lnTo>
                <a:lnTo>
                  <a:pt x="663" y="124575"/>
                </a:lnTo>
                <a:lnTo>
                  <a:pt x="0" y="138112"/>
                </a:lnTo>
                <a:lnTo>
                  <a:pt x="165" y="144896"/>
                </a:lnTo>
                <a:lnTo>
                  <a:pt x="8071" y="184635"/>
                </a:lnTo>
                <a:lnTo>
                  <a:pt x="27185" y="220391"/>
                </a:lnTo>
                <a:lnTo>
                  <a:pt x="55832" y="249037"/>
                </a:lnTo>
                <a:lnTo>
                  <a:pt x="91591" y="268152"/>
                </a:lnTo>
                <a:lnTo>
                  <a:pt x="131328" y="276058"/>
                </a:lnTo>
                <a:lnTo>
                  <a:pt x="138112" y="276225"/>
                </a:lnTo>
                <a:lnTo>
                  <a:pt x="144898" y="276058"/>
                </a:lnTo>
                <a:lnTo>
                  <a:pt x="184634" y="268152"/>
                </a:lnTo>
                <a:lnTo>
                  <a:pt x="220393" y="249037"/>
                </a:lnTo>
                <a:lnTo>
                  <a:pt x="249042" y="220391"/>
                </a:lnTo>
                <a:lnTo>
                  <a:pt x="268157" y="184635"/>
                </a:lnTo>
                <a:lnTo>
                  <a:pt x="276059" y="144896"/>
                </a:lnTo>
                <a:lnTo>
                  <a:pt x="276225" y="138112"/>
                </a:lnTo>
                <a:lnTo>
                  <a:pt x="276059" y="131328"/>
                </a:lnTo>
                <a:lnTo>
                  <a:pt x="268157" y="91589"/>
                </a:lnTo>
                <a:lnTo>
                  <a:pt x="249042" y="55828"/>
                </a:lnTo>
                <a:lnTo>
                  <a:pt x="220393" y="27181"/>
                </a:lnTo>
                <a:lnTo>
                  <a:pt x="184634" y="8067"/>
                </a:lnTo>
                <a:lnTo>
                  <a:pt x="144898" y="166"/>
                </a:lnTo>
                <a:lnTo>
                  <a:pt x="138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239" y="579916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76225" y="138112"/>
                </a:moveTo>
                <a:lnTo>
                  <a:pt x="270281" y="98031"/>
                </a:lnTo>
                <a:lnTo>
                  <a:pt x="252945" y="61379"/>
                </a:lnTo>
                <a:lnTo>
                  <a:pt x="225729" y="31356"/>
                </a:lnTo>
                <a:lnTo>
                  <a:pt x="190969" y="10515"/>
                </a:lnTo>
                <a:lnTo>
                  <a:pt x="151650" y="673"/>
                </a:lnTo>
                <a:lnTo>
                  <a:pt x="138112" y="0"/>
                </a:lnTo>
                <a:lnTo>
                  <a:pt x="131330" y="177"/>
                </a:lnTo>
                <a:lnTo>
                  <a:pt x="91592" y="8077"/>
                </a:lnTo>
                <a:lnTo>
                  <a:pt x="55829" y="27190"/>
                </a:lnTo>
                <a:lnTo>
                  <a:pt x="27190" y="55829"/>
                </a:lnTo>
                <a:lnTo>
                  <a:pt x="8064" y="91592"/>
                </a:lnTo>
                <a:lnTo>
                  <a:pt x="165" y="131330"/>
                </a:lnTo>
                <a:lnTo>
                  <a:pt x="0" y="138112"/>
                </a:lnTo>
                <a:lnTo>
                  <a:pt x="165" y="144907"/>
                </a:lnTo>
                <a:lnTo>
                  <a:pt x="8064" y="184645"/>
                </a:lnTo>
                <a:lnTo>
                  <a:pt x="27190" y="220395"/>
                </a:lnTo>
                <a:lnTo>
                  <a:pt x="55829" y="249047"/>
                </a:lnTo>
                <a:lnTo>
                  <a:pt x="91592" y="268160"/>
                </a:lnTo>
                <a:lnTo>
                  <a:pt x="131330" y="276059"/>
                </a:lnTo>
                <a:lnTo>
                  <a:pt x="138112" y="276225"/>
                </a:lnTo>
                <a:lnTo>
                  <a:pt x="144894" y="276059"/>
                </a:lnTo>
                <a:lnTo>
                  <a:pt x="184632" y="268160"/>
                </a:lnTo>
                <a:lnTo>
                  <a:pt x="220395" y="249047"/>
                </a:lnTo>
                <a:lnTo>
                  <a:pt x="249047" y="220395"/>
                </a:lnTo>
                <a:lnTo>
                  <a:pt x="268160" y="184645"/>
                </a:lnTo>
                <a:lnTo>
                  <a:pt x="276059" y="144907"/>
                </a:lnTo>
                <a:lnTo>
                  <a:pt x="276225" y="1381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0169" y="995388"/>
            <a:ext cx="11233150" cy="1065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800" spc="409" dirty="0"/>
              <a:t>Customer</a:t>
            </a:r>
            <a:r>
              <a:rPr sz="6800" spc="45" dirty="0"/>
              <a:t> </a:t>
            </a:r>
            <a:r>
              <a:rPr sz="6800" spc="200" dirty="0"/>
              <a:t>Behavior</a:t>
            </a:r>
            <a:r>
              <a:rPr sz="6800" spc="-190" dirty="0"/>
              <a:t> </a:t>
            </a:r>
            <a:r>
              <a:rPr sz="6800" spc="195" dirty="0"/>
              <a:t>Analysis</a:t>
            </a:r>
            <a:endParaRPr sz="6800"/>
          </a:p>
        </p:txBody>
      </p:sp>
      <p:sp>
        <p:nvSpPr>
          <p:cNvPr id="6" name="object 6"/>
          <p:cNvSpPr/>
          <p:nvPr/>
        </p:nvSpPr>
        <p:spPr>
          <a:xfrm>
            <a:off x="215244" y="319883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0"/>
                </a:moveTo>
                <a:lnTo>
                  <a:pt x="98021" y="5942"/>
                </a:lnTo>
                <a:lnTo>
                  <a:pt x="61381" y="23279"/>
                </a:lnTo>
                <a:lnTo>
                  <a:pt x="31351" y="50490"/>
                </a:lnTo>
                <a:lnTo>
                  <a:pt x="10513" y="85255"/>
                </a:lnTo>
                <a:lnTo>
                  <a:pt x="663" y="124575"/>
                </a:lnTo>
                <a:lnTo>
                  <a:pt x="0" y="138112"/>
                </a:lnTo>
                <a:lnTo>
                  <a:pt x="165" y="144896"/>
                </a:lnTo>
                <a:lnTo>
                  <a:pt x="8071" y="184635"/>
                </a:lnTo>
                <a:lnTo>
                  <a:pt x="27185" y="220391"/>
                </a:lnTo>
                <a:lnTo>
                  <a:pt x="55832" y="249037"/>
                </a:lnTo>
                <a:lnTo>
                  <a:pt x="91591" y="268152"/>
                </a:lnTo>
                <a:lnTo>
                  <a:pt x="131328" y="276058"/>
                </a:lnTo>
                <a:lnTo>
                  <a:pt x="138112" y="276225"/>
                </a:lnTo>
                <a:lnTo>
                  <a:pt x="144898" y="276058"/>
                </a:lnTo>
                <a:lnTo>
                  <a:pt x="184634" y="268152"/>
                </a:lnTo>
                <a:lnTo>
                  <a:pt x="220393" y="249037"/>
                </a:lnTo>
                <a:lnTo>
                  <a:pt x="249042" y="220391"/>
                </a:lnTo>
                <a:lnTo>
                  <a:pt x="268157" y="184635"/>
                </a:lnTo>
                <a:lnTo>
                  <a:pt x="276059" y="144896"/>
                </a:lnTo>
                <a:lnTo>
                  <a:pt x="276225" y="138112"/>
                </a:lnTo>
                <a:lnTo>
                  <a:pt x="276059" y="131328"/>
                </a:lnTo>
                <a:lnTo>
                  <a:pt x="268157" y="91589"/>
                </a:lnTo>
                <a:lnTo>
                  <a:pt x="249042" y="55828"/>
                </a:lnTo>
                <a:lnTo>
                  <a:pt x="220393" y="27181"/>
                </a:lnTo>
                <a:lnTo>
                  <a:pt x="184634" y="8067"/>
                </a:lnTo>
                <a:lnTo>
                  <a:pt x="144898" y="166"/>
                </a:lnTo>
                <a:lnTo>
                  <a:pt x="138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5244" y="406561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0"/>
                </a:moveTo>
                <a:lnTo>
                  <a:pt x="98021" y="5942"/>
                </a:lnTo>
                <a:lnTo>
                  <a:pt x="61381" y="23279"/>
                </a:lnTo>
                <a:lnTo>
                  <a:pt x="31351" y="50490"/>
                </a:lnTo>
                <a:lnTo>
                  <a:pt x="10513" y="85255"/>
                </a:lnTo>
                <a:lnTo>
                  <a:pt x="663" y="124575"/>
                </a:lnTo>
                <a:lnTo>
                  <a:pt x="0" y="138112"/>
                </a:lnTo>
                <a:lnTo>
                  <a:pt x="165" y="144896"/>
                </a:lnTo>
                <a:lnTo>
                  <a:pt x="8071" y="184635"/>
                </a:lnTo>
                <a:lnTo>
                  <a:pt x="27185" y="220391"/>
                </a:lnTo>
                <a:lnTo>
                  <a:pt x="55832" y="249037"/>
                </a:lnTo>
                <a:lnTo>
                  <a:pt x="91591" y="268152"/>
                </a:lnTo>
                <a:lnTo>
                  <a:pt x="131328" y="276058"/>
                </a:lnTo>
                <a:lnTo>
                  <a:pt x="138112" y="276225"/>
                </a:lnTo>
                <a:lnTo>
                  <a:pt x="144898" y="276058"/>
                </a:lnTo>
                <a:lnTo>
                  <a:pt x="184634" y="268152"/>
                </a:lnTo>
                <a:lnTo>
                  <a:pt x="220393" y="249037"/>
                </a:lnTo>
                <a:lnTo>
                  <a:pt x="249042" y="220391"/>
                </a:lnTo>
                <a:lnTo>
                  <a:pt x="268157" y="184635"/>
                </a:lnTo>
                <a:lnTo>
                  <a:pt x="276059" y="144896"/>
                </a:lnTo>
                <a:lnTo>
                  <a:pt x="276225" y="138112"/>
                </a:lnTo>
                <a:lnTo>
                  <a:pt x="276059" y="131328"/>
                </a:lnTo>
                <a:lnTo>
                  <a:pt x="268157" y="91589"/>
                </a:lnTo>
                <a:lnTo>
                  <a:pt x="249042" y="55828"/>
                </a:lnTo>
                <a:lnTo>
                  <a:pt x="220393" y="27181"/>
                </a:lnTo>
                <a:lnTo>
                  <a:pt x="184634" y="8067"/>
                </a:lnTo>
                <a:lnTo>
                  <a:pt x="144898" y="166"/>
                </a:lnTo>
                <a:lnTo>
                  <a:pt x="138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0210" y="2822283"/>
            <a:ext cx="16972280" cy="4359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800"/>
              </a:lnSpc>
              <a:spcBef>
                <a:spcPts val="95"/>
              </a:spcBef>
              <a:tabLst>
                <a:tab pos="2368550" algn="l"/>
                <a:tab pos="4741545" algn="l"/>
                <a:tab pos="6664325" algn="l"/>
                <a:tab pos="8927465" algn="l"/>
                <a:tab pos="10772775" algn="l"/>
                <a:tab pos="11802745" algn="l"/>
                <a:tab pos="13500100" algn="l"/>
                <a:tab pos="14157960" algn="l"/>
                <a:tab pos="15280640" algn="l"/>
              </a:tabLst>
            </a:pPr>
            <a:r>
              <a:rPr sz="3650" spc="140" dirty="0">
                <a:solidFill>
                  <a:srgbClr val="FFFFFF"/>
                </a:solidFill>
                <a:latin typeface="Cambria"/>
                <a:cs typeface="Cambria"/>
              </a:rPr>
              <a:t>Purchase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Patterns: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Study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customer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purchase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patterns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behaviors.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5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70" dirty="0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eedback: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Analyze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-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sz="3650" spc="85" dirty="0">
                <a:solidFill>
                  <a:srgbClr val="FFFFFF"/>
                </a:solidFill>
                <a:latin typeface="Cambria"/>
                <a:cs typeface="Cambria"/>
              </a:rPr>
              <a:t>vi</a:t>
            </a:r>
            <a:r>
              <a:rPr sz="3650" spc="90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sz="3650" spc="40" dirty="0">
                <a:solidFill>
                  <a:srgbClr val="FFFFFF"/>
                </a:solidFill>
                <a:latin typeface="Cambria"/>
                <a:cs typeface="Cambria"/>
              </a:rPr>
              <a:t>w</a:t>
            </a:r>
            <a:r>
              <a:rPr sz="3650" spc="85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00" dirty="0">
                <a:solidFill>
                  <a:srgbClr val="FFFFFF"/>
                </a:solidFill>
                <a:latin typeface="Cambria"/>
                <a:cs typeface="Cambria"/>
              </a:rPr>
              <a:t>ratings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gain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insights 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into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product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quality</a:t>
            </a:r>
            <a:r>
              <a:rPr sz="365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365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satisfaction.</a:t>
            </a:r>
            <a:endParaRPr sz="3650">
              <a:latin typeface="Cambria"/>
              <a:cs typeface="Cambria"/>
            </a:endParaRPr>
          </a:p>
          <a:p>
            <a:pPr marL="12700" marR="5080">
              <a:lnSpc>
                <a:spcPct val="155800"/>
              </a:lnSpc>
              <a:tabLst>
                <a:tab pos="3604260" algn="l"/>
                <a:tab pos="5459095" algn="l"/>
                <a:tab pos="7121525" algn="l"/>
                <a:tab pos="9993630" algn="l"/>
                <a:tab pos="10603230" algn="l"/>
                <a:tab pos="12818110" algn="l"/>
                <a:tab pos="14272894" algn="l"/>
                <a:tab pos="15253969" algn="l"/>
              </a:tabLst>
            </a:pPr>
            <a:r>
              <a:rPr sz="3650" spc="250" dirty="0">
                <a:solidFill>
                  <a:srgbClr val="FFFFFF"/>
                </a:solidFill>
                <a:latin typeface="Cambria"/>
                <a:cs typeface="Cambria"/>
              </a:rPr>
              <a:t>Churn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Anal</a:t>
            </a:r>
            <a:r>
              <a:rPr sz="3650" spc="100" dirty="0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r>
              <a:rPr sz="3650" spc="50" dirty="0">
                <a:solidFill>
                  <a:srgbClr val="FFFFFF"/>
                </a:solidFill>
                <a:latin typeface="Cambria"/>
                <a:cs typeface="Cambria"/>
              </a:rPr>
              <a:t>sis: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55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dentify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factors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contributing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customer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churn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sz="3650" spc="10" dirty="0">
                <a:solidFill>
                  <a:srgbClr val="FFFFFF"/>
                </a:solidFill>
                <a:latin typeface="Cambria"/>
                <a:cs typeface="Cambria"/>
              </a:rPr>
              <a:t>v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elop 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strategies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retain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customers.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246" y="32710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35"/>
                </a:lnTo>
                <a:lnTo>
                  <a:pt x="59263" y="22466"/>
                </a:lnTo>
                <a:lnTo>
                  <a:pt x="30267" y="48750"/>
                </a:lnTo>
                <a:lnTo>
                  <a:pt x="10151" y="82308"/>
                </a:lnTo>
                <a:lnTo>
                  <a:pt x="640" y="120272"/>
                </a:lnTo>
                <a:lnTo>
                  <a:pt x="0" y="133350"/>
                </a:lnTo>
                <a:lnTo>
                  <a:pt x="160" y="139898"/>
                </a:lnTo>
                <a:lnTo>
                  <a:pt x="7790" y="178263"/>
                </a:lnTo>
                <a:lnTo>
                  <a:pt x="26245" y="212786"/>
                </a:lnTo>
                <a:lnTo>
                  <a:pt x="53904" y="240448"/>
                </a:lnTo>
                <a:lnTo>
                  <a:pt x="88432" y="258905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05"/>
                </a:lnTo>
                <a:lnTo>
                  <a:pt x="212791" y="240448"/>
                </a:lnTo>
                <a:lnTo>
                  <a:pt x="240453" y="212786"/>
                </a:lnTo>
                <a:lnTo>
                  <a:pt x="258908" y="178263"/>
                </a:lnTo>
                <a:lnTo>
                  <a:pt x="266539" y="139898"/>
                </a:lnTo>
                <a:lnTo>
                  <a:pt x="266700" y="133350"/>
                </a:lnTo>
                <a:lnTo>
                  <a:pt x="266539" y="126794"/>
                </a:lnTo>
                <a:lnTo>
                  <a:pt x="258908" y="88423"/>
                </a:lnTo>
                <a:lnTo>
                  <a:pt x="240453" y="53902"/>
                </a:lnTo>
                <a:lnTo>
                  <a:pt x="212791" y="26240"/>
                </a:lnTo>
                <a:lnTo>
                  <a:pt x="178266" y="7787"/>
                </a:lnTo>
                <a:lnTo>
                  <a:pt x="139901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4246" y="49855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35"/>
                </a:lnTo>
                <a:lnTo>
                  <a:pt x="59263" y="22466"/>
                </a:lnTo>
                <a:lnTo>
                  <a:pt x="30267" y="48750"/>
                </a:lnTo>
                <a:lnTo>
                  <a:pt x="10151" y="82308"/>
                </a:lnTo>
                <a:lnTo>
                  <a:pt x="640" y="120272"/>
                </a:lnTo>
                <a:lnTo>
                  <a:pt x="0" y="133350"/>
                </a:lnTo>
                <a:lnTo>
                  <a:pt x="160" y="139898"/>
                </a:lnTo>
                <a:lnTo>
                  <a:pt x="7790" y="178263"/>
                </a:lnTo>
                <a:lnTo>
                  <a:pt x="26245" y="212786"/>
                </a:lnTo>
                <a:lnTo>
                  <a:pt x="53904" y="240448"/>
                </a:lnTo>
                <a:lnTo>
                  <a:pt x="88432" y="258905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05"/>
                </a:lnTo>
                <a:lnTo>
                  <a:pt x="212791" y="240448"/>
                </a:lnTo>
                <a:lnTo>
                  <a:pt x="240453" y="212786"/>
                </a:lnTo>
                <a:lnTo>
                  <a:pt x="258908" y="178263"/>
                </a:lnTo>
                <a:lnTo>
                  <a:pt x="266539" y="139898"/>
                </a:lnTo>
                <a:lnTo>
                  <a:pt x="266700" y="133350"/>
                </a:lnTo>
                <a:lnTo>
                  <a:pt x="266539" y="126794"/>
                </a:lnTo>
                <a:lnTo>
                  <a:pt x="258908" y="88423"/>
                </a:lnTo>
                <a:lnTo>
                  <a:pt x="240453" y="53902"/>
                </a:lnTo>
                <a:lnTo>
                  <a:pt x="212791" y="26240"/>
                </a:lnTo>
                <a:lnTo>
                  <a:pt x="178266" y="7787"/>
                </a:lnTo>
                <a:lnTo>
                  <a:pt x="139901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4238" y="67000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lnTo>
                  <a:pt x="260959" y="94640"/>
                </a:lnTo>
                <a:lnTo>
                  <a:pt x="244233" y="59258"/>
                </a:lnTo>
                <a:lnTo>
                  <a:pt x="217944" y="30264"/>
                </a:lnTo>
                <a:lnTo>
                  <a:pt x="184378" y="10147"/>
                </a:lnTo>
                <a:lnTo>
                  <a:pt x="146418" y="647"/>
                </a:lnTo>
                <a:lnTo>
                  <a:pt x="133350" y="0"/>
                </a:lnTo>
                <a:lnTo>
                  <a:pt x="126796" y="165"/>
                </a:lnTo>
                <a:lnTo>
                  <a:pt x="88430" y="7797"/>
                </a:lnTo>
                <a:lnTo>
                  <a:pt x="53911" y="26250"/>
                </a:lnTo>
                <a:lnTo>
                  <a:pt x="26250" y="53911"/>
                </a:lnTo>
                <a:lnTo>
                  <a:pt x="7785" y="88430"/>
                </a:lnTo>
                <a:lnTo>
                  <a:pt x="165" y="126796"/>
                </a:lnTo>
                <a:lnTo>
                  <a:pt x="0" y="133350"/>
                </a:lnTo>
                <a:lnTo>
                  <a:pt x="165" y="139903"/>
                </a:lnTo>
                <a:lnTo>
                  <a:pt x="7785" y="178269"/>
                </a:lnTo>
                <a:lnTo>
                  <a:pt x="26250" y="212788"/>
                </a:lnTo>
                <a:lnTo>
                  <a:pt x="53911" y="240449"/>
                </a:lnTo>
                <a:lnTo>
                  <a:pt x="88430" y="258914"/>
                </a:lnTo>
                <a:lnTo>
                  <a:pt x="126796" y="266547"/>
                </a:lnTo>
                <a:lnTo>
                  <a:pt x="133350" y="266700"/>
                </a:lnTo>
                <a:lnTo>
                  <a:pt x="139903" y="266547"/>
                </a:lnTo>
                <a:lnTo>
                  <a:pt x="178269" y="258914"/>
                </a:lnTo>
                <a:lnTo>
                  <a:pt x="212788" y="240449"/>
                </a:lnTo>
                <a:lnTo>
                  <a:pt x="240449" y="212788"/>
                </a:lnTo>
                <a:lnTo>
                  <a:pt x="258914" y="178269"/>
                </a:lnTo>
                <a:lnTo>
                  <a:pt x="266534" y="139903"/>
                </a:lnTo>
                <a:lnTo>
                  <a:pt x="26670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9646" y="1086650"/>
            <a:ext cx="1433068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50" spc="185" dirty="0"/>
              <a:t>Predictive</a:t>
            </a:r>
            <a:r>
              <a:rPr sz="6750" spc="-5" dirty="0"/>
              <a:t> </a:t>
            </a:r>
            <a:r>
              <a:rPr sz="6750" spc="225" dirty="0"/>
              <a:t>Analytics</a:t>
            </a:r>
            <a:r>
              <a:rPr sz="6750" spc="229" dirty="0"/>
              <a:t> </a:t>
            </a:r>
            <a:r>
              <a:rPr sz="6750" spc="325" dirty="0"/>
              <a:t>and</a:t>
            </a:r>
            <a:r>
              <a:rPr sz="6750" spc="229" dirty="0"/>
              <a:t> </a:t>
            </a:r>
            <a:r>
              <a:rPr sz="6750" spc="210" dirty="0"/>
              <a:t>Forecasting</a:t>
            </a:r>
            <a:endParaRPr sz="6750"/>
          </a:p>
        </p:txBody>
      </p:sp>
      <p:sp>
        <p:nvSpPr>
          <p:cNvPr id="6" name="object 6"/>
          <p:cNvSpPr/>
          <p:nvPr/>
        </p:nvSpPr>
        <p:spPr>
          <a:xfrm>
            <a:off x="284246" y="32710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35"/>
                </a:lnTo>
                <a:lnTo>
                  <a:pt x="59263" y="22466"/>
                </a:lnTo>
                <a:lnTo>
                  <a:pt x="30267" y="48750"/>
                </a:lnTo>
                <a:lnTo>
                  <a:pt x="10151" y="82308"/>
                </a:lnTo>
                <a:lnTo>
                  <a:pt x="640" y="120272"/>
                </a:lnTo>
                <a:lnTo>
                  <a:pt x="0" y="133350"/>
                </a:lnTo>
                <a:lnTo>
                  <a:pt x="160" y="139898"/>
                </a:lnTo>
                <a:lnTo>
                  <a:pt x="7790" y="178263"/>
                </a:lnTo>
                <a:lnTo>
                  <a:pt x="26245" y="212786"/>
                </a:lnTo>
                <a:lnTo>
                  <a:pt x="53904" y="240448"/>
                </a:lnTo>
                <a:lnTo>
                  <a:pt x="88432" y="258905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05"/>
                </a:lnTo>
                <a:lnTo>
                  <a:pt x="212791" y="240448"/>
                </a:lnTo>
                <a:lnTo>
                  <a:pt x="240453" y="212786"/>
                </a:lnTo>
                <a:lnTo>
                  <a:pt x="258908" y="178263"/>
                </a:lnTo>
                <a:lnTo>
                  <a:pt x="266539" y="139898"/>
                </a:lnTo>
                <a:lnTo>
                  <a:pt x="266700" y="133350"/>
                </a:lnTo>
                <a:lnTo>
                  <a:pt x="266539" y="126794"/>
                </a:lnTo>
                <a:lnTo>
                  <a:pt x="258908" y="88423"/>
                </a:lnTo>
                <a:lnTo>
                  <a:pt x="240453" y="53902"/>
                </a:lnTo>
                <a:lnTo>
                  <a:pt x="212791" y="26240"/>
                </a:lnTo>
                <a:lnTo>
                  <a:pt x="178266" y="7787"/>
                </a:lnTo>
                <a:lnTo>
                  <a:pt x="139901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4246" y="49855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35"/>
                </a:lnTo>
                <a:lnTo>
                  <a:pt x="59263" y="22466"/>
                </a:lnTo>
                <a:lnTo>
                  <a:pt x="30267" y="48750"/>
                </a:lnTo>
                <a:lnTo>
                  <a:pt x="10151" y="82308"/>
                </a:lnTo>
                <a:lnTo>
                  <a:pt x="640" y="120272"/>
                </a:lnTo>
                <a:lnTo>
                  <a:pt x="0" y="133350"/>
                </a:lnTo>
                <a:lnTo>
                  <a:pt x="160" y="139898"/>
                </a:lnTo>
                <a:lnTo>
                  <a:pt x="7790" y="178263"/>
                </a:lnTo>
                <a:lnTo>
                  <a:pt x="26245" y="212786"/>
                </a:lnTo>
                <a:lnTo>
                  <a:pt x="53904" y="240448"/>
                </a:lnTo>
                <a:lnTo>
                  <a:pt x="88432" y="258905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05"/>
                </a:lnTo>
                <a:lnTo>
                  <a:pt x="212791" y="240448"/>
                </a:lnTo>
                <a:lnTo>
                  <a:pt x="240453" y="212786"/>
                </a:lnTo>
                <a:lnTo>
                  <a:pt x="258908" y="178263"/>
                </a:lnTo>
                <a:lnTo>
                  <a:pt x="266539" y="139898"/>
                </a:lnTo>
                <a:lnTo>
                  <a:pt x="266700" y="133350"/>
                </a:lnTo>
                <a:lnTo>
                  <a:pt x="266539" y="126794"/>
                </a:lnTo>
                <a:lnTo>
                  <a:pt x="258908" y="88423"/>
                </a:lnTo>
                <a:lnTo>
                  <a:pt x="240453" y="53902"/>
                </a:lnTo>
                <a:lnTo>
                  <a:pt x="212791" y="26240"/>
                </a:lnTo>
                <a:lnTo>
                  <a:pt x="178266" y="7787"/>
                </a:lnTo>
                <a:lnTo>
                  <a:pt x="139901" y="159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9687" y="2894496"/>
            <a:ext cx="16515080" cy="516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4100"/>
              </a:lnSpc>
              <a:spcBef>
                <a:spcPts val="95"/>
              </a:spcBef>
            </a:pP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14" dirty="0">
                <a:solidFill>
                  <a:srgbClr val="FFFFFF"/>
                </a:solidFill>
                <a:latin typeface="Cambria"/>
                <a:cs typeface="Cambria"/>
              </a:rPr>
              <a:t>Forecasting: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00" dirty="0">
                <a:solidFill>
                  <a:srgbClr val="FFFFFF"/>
                </a:solidFill>
                <a:latin typeface="Cambria"/>
                <a:cs typeface="Cambria"/>
              </a:rPr>
              <a:t>statistical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models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10" dirty="0">
                <a:solidFill>
                  <a:srgbClr val="FFFFFF"/>
                </a:solidFill>
                <a:latin typeface="Cambria"/>
                <a:cs typeface="Cambria"/>
              </a:rPr>
              <a:t>machine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learning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techniques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forecast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future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sales.</a:t>
            </a:r>
            <a:endParaRPr sz="3650">
              <a:latin typeface="Cambria"/>
              <a:cs typeface="Cambria"/>
            </a:endParaRPr>
          </a:p>
          <a:p>
            <a:pPr marL="12700" marR="946785">
              <a:lnSpc>
                <a:spcPct val="154100"/>
              </a:lnSpc>
            </a:pPr>
            <a:r>
              <a:rPr sz="3650" spc="285" dirty="0">
                <a:solidFill>
                  <a:srgbClr val="FFFFFF"/>
                </a:solidFill>
                <a:latin typeface="Cambria"/>
                <a:cs typeface="Cambria"/>
              </a:rPr>
              <a:t>Demand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Prediction: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Predict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35" dirty="0">
                <a:solidFill>
                  <a:srgbClr val="FFFFFF"/>
                </a:solidFill>
                <a:latin typeface="Cambria"/>
                <a:cs typeface="Cambria"/>
              </a:rPr>
              <a:t>demand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6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products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optimize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inventory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management.</a:t>
            </a:r>
            <a:endParaRPr sz="3650">
              <a:latin typeface="Cambria"/>
              <a:cs typeface="Cambria"/>
            </a:endParaRPr>
          </a:p>
          <a:p>
            <a:pPr marL="12700" marR="848994">
              <a:lnSpc>
                <a:spcPct val="154100"/>
              </a:lnSpc>
            </a:pP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Scenario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Analysis: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60" dirty="0">
                <a:solidFill>
                  <a:srgbClr val="FFFFFF"/>
                </a:solidFill>
                <a:latin typeface="Cambria"/>
                <a:cs typeface="Cambria"/>
              </a:rPr>
              <a:t>Conduct</a:t>
            </a:r>
            <a:r>
              <a:rPr sz="365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what-if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analyses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understand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impact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different</a:t>
            </a:r>
            <a:r>
              <a:rPr sz="3650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0" dirty="0">
                <a:solidFill>
                  <a:srgbClr val="FFFFFF"/>
                </a:solidFill>
                <a:latin typeface="Cambria"/>
                <a:cs typeface="Cambria"/>
              </a:rPr>
              <a:t>variables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35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00" dirty="0">
                <a:solidFill>
                  <a:srgbClr val="FFFFFF"/>
                </a:solidFill>
                <a:latin typeface="Cambria"/>
                <a:cs typeface="Cambria"/>
              </a:rPr>
              <a:t>outcomes.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471" y="271268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41"/>
                </a:lnTo>
                <a:lnTo>
                  <a:pt x="59263" y="22479"/>
                </a:lnTo>
                <a:lnTo>
                  <a:pt x="30267" y="48752"/>
                </a:lnTo>
                <a:lnTo>
                  <a:pt x="10151" y="82321"/>
                </a:lnTo>
                <a:lnTo>
                  <a:pt x="640" y="120283"/>
                </a:lnTo>
                <a:lnTo>
                  <a:pt x="0" y="133350"/>
                </a:lnTo>
                <a:lnTo>
                  <a:pt x="160" y="139903"/>
                </a:lnTo>
                <a:lnTo>
                  <a:pt x="7790" y="178265"/>
                </a:lnTo>
                <a:lnTo>
                  <a:pt x="26245" y="212797"/>
                </a:lnTo>
                <a:lnTo>
                  <a:pt x="53904" y="240459"/>
                </a:lnTo>
                <a:lnTo>
                  <a:pt x="88432" y="258912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12"/>
                </a:lnTo>
                <a:lnTo>
                  <a:pt x="212791" y="240459"/>
                </a:lnTo>
                <a:lnTo>
                  <a:pt x="240453" y="212797"/>
                </a:lnTo>
                <a:lnTo>
                  <a:pt x="258908" y="178265"/>
                </a:lnTo>
                <a:lnTo>
                  <a:pt x="266539" y="139903"/>
                </a:lnTo>
                <a:lnTo>
                  <a:pt x="266700" y="133350"/>
                </a:lnTo>
                <a:lnTo>
                  <a:pt x="266539" y="126801"/>
                </a:lnTo>
                <a:lnTo>
                  <a:pt x="258908" y="88434"/>
                </a:lnTo>
                <a:lnTo>
                  <a:pt x="240453" y="53907"/>
                </a:lnTo>
                <a:lnTo>
                  <a:pt x="212791" y="26250"/>
                </a:lnTo>
                <a:lnTo>
                  <a:pt x="178266" y="7792"/>
                </a:lnTo>
                <a:lnTo>
                  <a:pt x="139901" y="161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9471" y="442718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41"/>
                </a:lnTo>
                <a:lnTo>
                  <a:pt x="59263" y="22479"/>
                </a:lnTo>
                <a:lnTo>
                  <a:pt x="30267" y="48752"/>
                </a:lnTo>
                <a:lnTo>
                  <a:pt x="10151" y="82321"/>
                </a:lnTo>
                <a:lnTo>
                  <a:pt x="640" y="120283"/>
                </a:lnTo>
                <a:lnTo>
                  <a:pt x="0" y="133350"/>
                </a:lnTo>
                <a:lnTo>
                  <a:pt x="160" y="139903"/>
                </a:lnTo>
                <a:lnTo>
                  <a:pt x="7790" y="178265"/>
                </a:lnTo>
                <a:lnTo>
                  <a:pt x="26245" y="212797"/>
                </a:lnTo>
                <a:lnTo>
                  <a:pt x="53904" y="240459"/>
                </a:lnTo>
                <a:lnTo>
                  <a:pt x="88432" y="258912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12"/>
                </a:lnTo>
                <a:lnTo>
                  <a:pt x="212791" y="240459"/>
                </a:lnTo>
                <a:lnTo>
                  <a:pt x="240453" y="212797"/>
                </a:lnTo>
                <a:lnTo>
                  <a:pt x="258908" y="178265"/>
                </a:lnTo>
                <a:lnTo>
                  <a:pt x="266539" y="139903"/>
                </a:lnTo>
                <a:lnTo>
                  <a:pt x="266700" y="133350"/>
                </a:lnTo>
                <a:lnTo>
                  <a:pt x="266539" y="126801"/>
                </a:lnTo>
                <a:lnTo>
                  <a:pt x="258908" y="88434"/>
                </a:lnTo>
                <a:lnTo>
                  <a:pt x="240453" y="53907"/>
                </a:lnTo>
                <a:lnTo>
                  <a:pt x="212791" y="26250"/>
                </a:lnTo>
                <a:lnTo>
                  <a:pt x="178266" y="7792"/>
                </a:lnTo>
                <a:lnTo>
                  <a:pt x="139901" y="161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463" y="528444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lnTo>
                  <a:pt x="260959" y="94627"/>
                </a:lnTo>
                <a:lnTo>
                  <a:pt x="244233" y="59258"/>
                </a:lnTo>
                <a:lnTo>
                  <a:pt x="217944" y="30264"/>
                </a:lnTo>
                <a:lnTo>
                  <a:pt x="184378" y="10134"/>
                </a:lnTo>
                <a:lnTo>
                  <a:pt x="146418" y="635"/>
                </a:lnTo>
                <a:lnTo>
                  <a:pt x="133350" y="0"/>
                </a:lnTo>
                <a:lnTo>
                  <a:pt x="126796" y="152"/>
                </a:lnTo>
                <a:lnTo>
                  <a:pt x="88430" y="7785"/>
                </a:lnTo>
                <a:lnTo>
                  <a:pt x="53911" y="26250"/>
                </a:lnTo>
                <a:lnTo>
                  <a:pt x="26250" y="53898"/>
                </a:lnTo>
                <a:lnTo>
                  <a:pt x="7785" y="88430"/>
                </a:lnTo>
                <a:lnTo>
                  <a:pt x="165" y="126796"/>
                </a:lnTo>
                <a:lnTo>
                  <a:pt x="0" y="133350"/>
                </a:lnTo>
                <a:lnTo>
                  <a:pt x="165" y="139903"/>
                </a:lnTo>
                <a:lnTo>
                  <a:pt x="7785" y="178257"/>
                </a:lnTo>
                <a:lnTo>
                  <a:pt x="26250" y="212788"/>
                </a:lnTo>
                <a:lnTo>
                  <a:pt x="53911" y="240449"/>
                </a:lnTo>
                <a:lnTo>
                  <a:pt x="88430" y="258902"/>
                </a:lnTo>
                <a:lnTo>
                  <a:pt x="126796" y="266534"/>
                </a:lnTo>
                <a:lnTo>
                  <a:pt x="133350" y="266700"/>
                </a:lnTo>
                <a:lnTo>
                  <a:pt x="139903" y="266534"/>
                </a:lnTo>
                <a:lnTo>
                  <a:pt x="178269" y="258902"/>
                </a:lnTo>
                <a:lnTo>
                  <a:pt x="212788" y="240449"/>
                </a:lnTo>
                <a:lnTo>
                  <a:pt x="240449" y="212788"/>
                </a:lnTo>
                <a:lnTo>
                  <a:pt x="258914" y="178257"/>
                </a:lnTo>
                <a:lnTo>
                  <a:pt x="266534" y="139903"/>
                </a:lnTo>
                <a:lnTo>
                  <a:pt x="26670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4871" y="528282"/>
            <a:ext cx="1403921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50" spc="335" dirty="0"/>
              <a:t>Optimization</a:t>
            </a:r>
            <a:r>
              <a:rPr sz="6750" spc="225" dirty="0"/>
              <a:t> </a:t>
            </a:r>
            <a:r>
              <a:rPr sz="6750" spc="325" dirty="0"/>
              <a:t>and</a:t>
            </a:r>
            <a:r>
              <a:rPr sz="6750" spc="225" dirty="0"/>
              <a:t> </a:t>
            </a:r>
            <a:r>
              <a:rPr sz="6750" spc="335" dirty="0"/>
              <a:t>Decision-Making</a:t>
            </a:r>
            <a:endParaRPr sz="6750"/>
          </a:p>
        </p:txBody>
      </p:sp>
      <p:sp>
        <p:nvSpPr>
          <p:cNvPr id="6" name="object 6"/>
          <p:cNvSpPr/>
          <p:nvPr/>
        </p:nvSpPr>
        <p:spPr>
          <a:xfrm>
            <a:off x="179471" y="271268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41"/>
                </a:lnTo>
                <a:lnTo>
                  <a:pt x="59263" y="22479"/>
                </a:lnTo>
                <a:lnTo>
                  <a:pt x="30267" y="48752"/>
                </a:lnTo>
                <a:lnTo>
                  <a:pt x="10151" y="82321"/>
                </a:lnTo>
                <a:lnTo>
                  <a:pt x="640" y="120283"/>
                </a:lnTo>
                <a:lnTo>
                  <a:pt x="0" y="133350"/>
                </a:lnTo>
                <a:lnTo>
                  <a:pt x="160" y="139903"/>
                </a:lnTo>
                <a:lnTo>
                  <a:pt x="7790" y="178265"/>
                </a:lnTo>
                <a:lnTo>
                  <a:pt x="26245" y="212797"/>
                </a:lnTo>
                <a:lnTo>
                  <a:pt x="53904" y="240459"/>
                </a:lnTo>
                <a:lnTo>
                  <a:pt x="88432" y="258912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12"/>
                </a:lnTo>
                <a:lnTo>
                  <a:pt x="212791" y="240459"/>
                </a:lnTo>
                <a:lnTo>
                  <a:pt x="240453" y="212797"/>
                </a:lnTo>
                <a:lnTo>
                  <a:pt x="258908" y="178265"/>
                </a:lnTo>
                <a:lnTo>
                  <a:pt x="266539" y="139903"/>
                </a:lnTo>
                <a:lnTo>
                  <a:pt x="266700" y="133350"/>
                </a:lnTo>
                <a:lnTo>
                  <a:pt x="266539" y="126801"/>
                </a:lnTo>
                <a:lnTo>
                  <a:pt x="258908" y="88434"/>
                </a:lnTo>
                <a:lnTo>
                  <a:pt x="240453" y="53907"/>
                </a:lnTo>
                <a:lnTo>
                  <a:pt x="212791" y="26250"/>
                </a:lnTo>
                <a:lnTo>
                  <a:pt x="178266" y="7792"/>
                </a:lnTo>
                <a:lnTo>
                  <a:pt x="139901" y="161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471" y="442718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4640" y="5741"/>
                </a:lnTo>
                <a:lnTo>
                  <a:pt x="59263" y="22479"/>
                </a:lnTo>
                <a:lnTo>
                  <a:pt x="30267" y="48752"/>
                </a:lnTo>
                <a:lnTo>
                  <a:pt x="10151" y="82321"/>
                </a:lnTo>
                <a:lnTo>
                  <a:pt x="640" y="120283"/>
                </a:lnTo>
                <a:lnTo>
                  <a:pt x="0" y="133350"/>
                </a:lnTo>
                <a:lnTo>
                  <a:pt x="160" y="139903"/>
                </a:lnTo>
                <a:lnTo>
                  <a:pt x="7790" y="178265"/>
                </a:lnTo>
                <a:lnTo>
                  <a:pt x="26245" y="212797"/>
                </a:lnTo>
                <a:lnTo>
                  <a:pt x="53904" y="240459"/>
                </a:lnTo>
                <a:lnTo>
                  <a:pt x="88432" y="258912"/>
                </a:lnTo>
                <a:lnTo>
                  <a:pt x="126799" y="266540"/>
                </a:lnTo>
                <a:lnTo>
                  <a:pt x="133350" y="266700"/>
                </a:lnTo>
                <a:lnTo>
                  <a:pt x="139901" y="266540"/>
                </a:lnTo>
                <a:lnTo>
                  <a:pt x="178266" y="258912"/>
                </a:lnTo>
                <a:lnTo>
                  <a:pt x="212791" y="240459"/>
                </a:lnTo>
                <a:lnTo>
                  <a:pt x="240453" y="212797"/>
                </a:lnTo>
                <a:lnTo>
                  <a:pt x="258908" y="178265"/>
                </a:lnTo>
                <a:lnTo>
                  <a:pt x="266539" y="139903"/>
                </a:lnTo>
                <a:lnTo>
                  <a:pt x="266700" y="133350"/>
                </a:lnTo>
                <a:lnTo>
                  <a:pt x="266539" y="126801"/>
                </a:lnTo>
                <a:lnTo>
                  <a:pt x="258908" y="88434"/>
                </a:lnTo>
                <a:lnTo>
                  <a:pt x="240453" y="53907"/>
                </a:lnTo>
                <a:lnTo>
                  <a:pt x="212791" y="26250"/>
                </a:lnTo>
                <a:lnTo>
                  <a:pt x="178266" y="7792"/>
                </a:lnTo>
                <a:lnTo>
                  <a:pt x="139901" y="161"/>
                </a:lnTo>
                <a:lnTo>
                  <a:pt x="133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912" y="2336127"/>
            <a:ext cx="16277590" cy="431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24205">
              <a:lnSpc>
                <a:spcPct val="154100"/>
              </a:lnSpc>
              <a:spcBef>
                <a:spcPts val="95"/>
              </a:spcBef>
            </a:pP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Inventory</a:t>
            </a:r>
            <a:r>
              <a:rPr sz="365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Management: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15" dirty="0">
                <a:solidFill>
                  <a:srgbClr val="FFFFFF"/>
                </a:solidFill>
                <a:latin typeface="Cambria"/>
                <a:cs typeface="Cambria"/>
              </a:rPr>
              <a:t>Optimize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inventory</a:t>
            </a:r>
            <a:r>
              <a:rPr sz="365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75" dirty="0">
                <a:solidFill>
                  <a:srgbClr val="FFFFFF"/>
                </a:solidFill>
                <a:latin typeface="Cambria"/>
                <a:cs typeface="Cambria"/>
              </a:rPr>
              <a:t>levels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balance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supply</a:t>
            </a:r>
            <a:r>
              <a:rPr sz="365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15" dirty="0">
                <a:solidFill>
                  <a:srgbClr val="FFFFFF"/>
                </a:solidFill>
                <a:latin typeface="Cambria"/>
                <a:cs typeface="Cambria"/>
              </a:rPr>
              <a:t>demand.</a:t>
            </a:r>
            <a:endParaRPr sz="3650">
              <a:latin typeface="Cambria"/>
              <a:cs typeface="Cambria"/>
            </a:endParaRPr>
          </a:p>
          <a:p>
            <a:pPr marL="12700" marR="5080">
              <a:lnSpc>
                <a:spcPct val="154100"/>
              </a:lnSpc>
            </a:pP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Pricing </a:t>
            </a:r>
            <a:r>
              <a:rPr sz="3650" spc="100" dirty="0">
                <a:solidFill>
                  <a:srgbClr val="FFFFFF"/>
                </a:solidFill>
                <a:latin typeface="Cambria"/>
                <a:cs typeface="Cambria"/>
              </a:rPr>
              <a:t>Strategies: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Develop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05" dirty="0">
                <a:solidFill>
                  <a:srgbClr val="FFFFFF"/>
                </a:solidFill>
                <a:latin typeface="Cambria"/>
                <a:cs typeface="Cambria"/>
              </a:rPr>
              <a:t>test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0" dirty="0">
                <a:solidFill>
                  <a:srgbClr val="FFFFFF"/>
                </a:solidFill>
                <a:latin typeface="Cambria"/>
                <a:cs typeface="Cambria"/>
              </a:rPr>
              <a:t>pricing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strategies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maximize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revenue. </a:t>
            </a:r>
            <a:r>
              <a:rPr sz="3650" spc="-7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Marketing Effectiveness: </a:t>
            </a:r>
            <a:r>
              <a:rPr sz="3650" spc="114" dirty="0">
                <a:solidFill>
                  <a:srgbClr val="FFFFFF"/>
                </a:solidFill>
                <a:latin typeface="Cambria"/>
                <a:cs typeface="Cambria"/>
              </a:rPr>
              <a:t>Assess 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sz="3650" spc="140" dirty="0">
                <a:solidFill>
                  <a:srgbClr val="FFFFFF"/>
                </a:solidFill>
                <a:latin typeface="Cambria"/>
                <a:cs typeface="Cambria"/>
              </a:rPr>
              <a:t>effectiveness 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marketing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campaigns </a:t>
            </a:r>
            <a:r>
              <a:rPr sz="365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5" dirty="0">
                <a:solidFill>
                  <a:srgbClr val="FFFFFF"/>
                </a:solidFill>
                <a:latin typeface="Cambria"/>
                <a:cs typeface="Cambria"/>
              </a:rPr>
              <a:t>promotions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35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performance.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378" y="248516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31955" y="0"/>
                </a:moveTo>
                <a:lnTo>
                  <a:pt x="115693" y="0"/>
                </a:lnTo>
                <a:lnTo>
                  <a:pt x="107642" y="787"/>
                </a:lnTo>
                <a:lnTo>
                  <a:pt x="68926" y="12534"/>
                </a:lnTo>
                <a:lnTo>
                  <a:pt x="30519" y="42011"/>
                </a:lnTo>
                <a:lnTo>
                  <a:pt x="6314" y="83947"/>
                </a:lnTo>
                <a:lnTo>
                  <a:pt x="0" y="115697"/>
                </a:lnTo>
                <a:lnTo>
                  <a:pt x="0" y="131953"/>
                </a:lnTo>
                <a:lnTo>
                  <a:pt x="12536" y="178727"/>
                </a:lnTo>
                <a:lnTo>
                  <a:pt x="42019" y="217131"/>
                </a:lnTo>
                <a:lnTo>
                  <a:pt x="83953" y="241338"/>
                </a:lnTo>
                <a:lnTo>
                  <a:pt x="115693" y="247650"/>
                </a:lnTo>
                <a:lnTo>
                  <a:pt x="131955" y="247650"/>
                </a:lnTo>
                <a:lnTo>
                  <a:pt x="178722" y="235115"/>
                </a:lnTo>
                <a:lnTo>
                  <a:pt x="217134" y="205638"/>
                </a:lnTo>
                <a:lnTo>
                  <a:pt x="241339" y="163703"/>
                </a:lnTo>
                <a:lnTo>
                  <a:pt x="247650" y="131953"/>
                </a:lnTo>
                <a:lnTo>
                  <a:pt x="247650" y="123825"/>
                </a:lnTo>
                <a:lnTo>
                  <a:pt x="247650" y="115697"/>
                </a:lnTo>
                <a:lnTo>
                  <a:pt x="235113" y="68922"/>
                </a:lnTo>
                <a:lnTo>
                  <a:pt x="205635" y="30518"/>
                </a:lnTo>
                <a:lnTo>
                  <a:pt x="163700" y="6311"/>
                </a:lnTo>
                <a:lnTo>
                  <a:pt x="140007" y="787"/>
                </a:lnTo>
                <a:lnTo>
                  <a:pt x="131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4378" y="402821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31955" y="0"/>
                </a:moveTo>
                <a:lnTo>
                  <a:pt x="115693" y="0"/>
                </a:lnTo>
                <a:lnTo>
                  <a:pt x="107642" y="787"/>
                </a:lnTo>
                <a:lnTo>
                  <a:pt x="68926" y="12534"/>
                </a:lnTo>
                <a:lnTo>
                  <a:pt x="30519" y="42011"/>
                </a:lnTo>
                <a:lnTo>
                  <a:pt x="6314" y="83947"/>
                </a:lnTo>
                <a:lnTo>
                  <a:pt x="0" y="115697"/>
                </a:lnTo>
                <a:lnTo>
                  <a:pt x="0" y="131953"/>
                </a:lnTo>
                <a:lnTo>
                  <a:pt x="12536" y="178727"/>
                </a:lnTo>
                <a:lnTo>
                  <a:pt x="42019" y="217131"/>
                </a:lnTo>
                <a:lnTo>
                  <a:pt x="83953" y="241338"/>
                </a:lnTo>
                <a:lnTo>
                  <a:pt x="115693" y="247650"/>
                </a:lnTo>
                <a:lnTo>
                  <a:pt x="131955" y="247650"/>
                </a:lnTo>
                <a:lnTo>
                  <a:pt x="178722" y="235115"/>
                </a:lnTo>
                <a:lnTo>
                  <a:pt x="217134" y="205625"/>
                </a:lnTo>
                <a:lnTo>
                  <a:pt x="241339" y="163703"/>
                </a:lnTo>
                <a:lnTo>
                  <a:pt x="247650" y="131953"/>
                </a:lnTo>
                <a:lnTo>
                  <a:pt x="247650" y="123825"/>
                </a:lnTo>
                <a:lnTo>
                  <a:pt x="247650" y="115697"/>
                </a:lnTo>
                <a:lnTo>
                  <a:pt x="235113" y="68922"/>
                </a:lnTo>
                <a:lnTo>
                  <a:pt x="205635" y="30518"/>
                </a:lnTo>
                <a:lnTo>
                  <a:pt x="163700" y="6311"/>
                </a:lnTo>
                <a:lnTo>
                  <a:pt x="140007" y="787"/>
                </a:lnTo>
                <a:lnTo>
                  <a:pt x="131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4370" y="557126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247650" y="115697"/>
                </a:moveTo>
                <a:lnTo>
                  <a:pt x="235115" y="68922"/>
                </a:lnTo>
                <a:lnTo>
                  <a:pt x="205638" y="30518"/>
                </a:lnTo>
                <a:lnTo>
                  <a:pt x="163703" y="6311"/>
                </a:lnTo>
                <a:lnTo>
                  <a:pt x="131953" y="0"/>
                </a:lnTo>
                <a:lnTo>
                  <a:pt x="115697" y="0"/>
                </a:lnTo>
                <a:lnTo>
                  <a:pt x="68935" y="12534"/>
                </a:lnTo>
                <a:lnTo>
                  <a:pt x="30518" y="42011"/>
                </a:lnTo>
                <a:lnTo>
                  <a:pt x="6311" y="83947"/>
                </a:lnTo>
                <a:lnTo>
                  <a:pt x="0" y="115697"/>
                </a:lnTo>
                <a:lnTo>
                  <a:pt x="0" y="131953"/>
                </a:lnTo>
                <a:lnTo>
                  <a:pt x="12534" y="178727"/>
                </a:lnTo>
                <a:lnTo>
                  <a:pt x="42024" y="217131"/>
                </a:lnTo>
                <a:lnTo>
                  <a:pt x="83959" y="241338"/>
                </a:lnTo>
                <a:lnTo>
                  <a:pt x="115697" y="247650"/>
                </a:lnTo>
                <a:lnTo>
                  <a:pt x="131953" y="247650"/>
                </a:lnTo>
                <a:lnTo>
                  <a:pt x="178727" y="235115"/>
                </a:lnTo>
                <a:lnTo>
                  <a:pt x="217131" y="205638"/>
                </a:lnTo>
                <a:lnTo>
                  <a:pt x="241338" y="163703"/>
                </a:lnTo>
                <a:lnTo>
                  <a:pt x="247650" y="131953"/>
                </a:lnTo>
                <a:lnTo>
                  <a:pt x="247650" y="123825"/>
                </a:lnTo>
                <a:lnTo>
                  <a:pt x="247650" y="1156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2152" y="519836"/>
            <a:ext cx="14043660" cy="951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50" spc="190" dirty="0"/>
              <a:t>Practical</a:t>
            </a:r>
            <a:r>
              <a:rPr sz="6050" spc="-5" dirty="0"/>
              <a:t> </a:t>
            </a:r>
            <a:r>
              <a:rPr sz="6050" spc="250" dirty="0"/>
              <a:t>Applications</a:t>
            </a:r>
            <a:r>
              <a:rPr sz="6050" spc="210" dirty="0"/>
              <a:t> </a:t>
            </a:r>
            <a:r>
              <a:rPr sz="6050" spc="305" dirty="0"/>
              <a:t>and</a:t>
            </a:r>
            <a:r>
              <a:rPr sz="6050" spc="210" dirty="0"/>
              <a:t> </a:t>
            </a:r>
            <a:r>
              <a:rPr sz="6050" spc="355" dirty="0"/>
              <a:t>Case</a:t>
            </a:r>
            <a:r>
              <a:rPr sz="6050" spc="210" dirty="0"/>
              <a:t> </a:t>
            </a:r>
            <a:r>
              <a:rPr sz="6050" spc="254" dirty="0"/>
              <a:t>Studies</a:t>
            </a:r>
            <a:endParaRPr sz="6050"/>
          </a:p>
        </p:txBody>
      </p:sp>
      <p:sp>
        <p:nvSpPr>
          <p:cNvPr id="6" name="object 6"/>
          <p:cNvSpPr/>
          <p:nvPr/>
        </p:nvSpPr>
        <p:spPr>
          <a:xfrm>
            <a:off x="624378" y="248516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31955" y="0"/>
                </a:moveTo>
                <a:lnTo>
                  <a:pt x="115693" y="0"/>
                </a:lnTo>
                <a:lnTo>
                  <a:pt x="107642" y="787"/>
                </a:lnTo>
                <a:lnTo>
                  <a:pt x="68926" y="12534"/>
                </a:lnTo>
                <a:lnTo>
                  <a:pt x="30519" y="42011"/>
                </a:lnTo>
                <a:lnTo>
                  <a:pt x="6314" y="83947"/>
                </a:lnTo>
                <a:lnTo>
                  <a:pt x="0" y="115697"/>
                </a:lnTo>
                <a:lnTo>
                  <a:pt x="0" y="131953"/>
                </a:lnTo>
                <a:lnTo>
                  <a:pt x="12536" y="178727"/>
                </a:lnTo>
                <a:lnTo>
                  <a:pt x="42019" y="217131"/>
                </a:lnTo>
                <a:lnTo>
                  <a:pt x="83953" y="241338"/>
                </a:lnTo>
                <a:lnTo>
                  <a:pt x="115693" y="247650"/>
                </a:lnTo>
                <a:lnTo>
                  <a:pt x="131955" y="247650"/>
                </a:lnTo>
                <a:lnTo>
                  <a:pt x="178722" y="235115"/>
                </a:lnTo>
                <a:lnTo>
                  <a:pt x="217134" y="205638"/>
                </a:lnTo>
                <a:lnTo>
                  <a:pt x="241339" y="163703"/>
                </a:lnTo>
                <a:lnTo>
                  <a:pt x="247650" y="131953"/>
                </a:lnTo>
                <a:lnTo>
                  <a:pt x="247650" y="123825"/>
                </a:lnTo>
                <a:lnTo>
                  <a:pt x="247650" y="115697"/>
                </a:lnTo>
                <a:lnTo>
                  <a:pt x="235113" y="68922"/>
                </a:lnTo>
                <a:lnTo>
                  <a:pt x="205635" y="30518"/>
                </a:lnTo>
                <a:lnTo>
                  <a:pt x="163700" y="6311"/>
                </a:lnTo>
                <a:lnTo>
                  <a:pt x="140007" y="787"/>
                </a:lnTo>
                <a:lnTo>
                  <a:pt x="131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378" y="4028211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31955" y="0"/>
                </a:moveTo>
                <a:lnTo>
                  <a:pt x="115693" y="0"/>
                </a:lnTo>
                <a:lnTo>
                  <a:pt x="107642" y="787"/>
                </a:lnTo>
                <a:lnTo>
                  <a:pt x="68926" y="12534"/>
                </a:lnTo>
                <a:lnTo>
                  <a:pt x="30519" y="42011"/>
                </a:lnTo>
                <a:lnTo>
                  <a:pt x="6314" y="83947"/>
                </a:lnTo>
                <a:lnTo>
                  <a:pt x="0" y="115697"/>
                </a:lnTo>
                <a:lnTo>
                  <a:pt x="0" y="131953"/>
                </a:lnTo>
                <a:lnTo>
                  <a:pt x="12536" y="178727"/>
                </a:lnTo>
                <a:lnTo>
                  <a:pt x="42019" y="217131"/>
                </a:lnTo>
                <a:lnTo>
                  <a:pt x="83953" y="241338"/>
                </a:lnTo>
                <a:lnTo>
                  <a:pt x="115693" y="247650"/>
                </a:lnTo>
                <a:lnTo>
                  <a:pt x="131955" y="247650"/>
                </a:lnTo>
                <a:lnTo>
                  <a:pt x="178722" y="235115"/>
                </a:lnTo>
                <a:lnTo>
                  <a:pt x="217134" y="205625"/>
                </a:lnTo>
                <a:lnTo>
                  <a:pt x="241339" y="163703"/>
                </a:lnTo>
                <a:lnTo>
                  <a:pt x="247650" y="131953"/>
                </a:lnTo>
                <a:lnTo>
                  <a:pt x="247650" y="123825"/>
                </a:lnTo>
                <a:lnTo>
                  <a:pt x="247650" y="115697"/>
                </a:lnTo>
                <a:lnTo>
                  <a:pt x="235113" y="68922"/>
                </a:lnTo>
                <a:lnTo>
                  <a:pt x="205635" y="30518"/>
                </a:lnTo>
                <a:lnTo>
                  <a:pt x="163700" y="6311"/>
                </a:lnTo>
                <a:lnTo>
                  <a:pt x="140007" y="787"/>
                </a:lnTo>
                <a:lnTo>
                  <a:pt x="131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62193" y="2156231"/>
            <a:ext cx="16457930" cy="465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700"/>
              </a:lnSpc>
              <a:spcBef>
                <a:spcPts val="95"/>
              </a:spcBef>
            </a:pP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Real-world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0" dirty="0">
                <a:solidFill>
                  <a:srgbClr val="FFFFFF"/>
                </a:solidFill>
                <a:latin typeface="Cambria"/>
                <a:cs typeface="Cambria"/>
              </a:rPr>
              <a:t>Case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Studies:</a:t>
            </a:r>
            <a:r>
              <a:rPr sz="3650" spc="2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Analyze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case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studies</a:t>
            </a:r>
            <a:r>
              <a:rPr sz="365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650" spc="3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Cambria"/>
                <a:cs typeface="Cambria"/>
              </a:rPr>
              <a:t>successful</a:t>
            </a:r>
            <a:r>
              <a:rPr sz="3650" spc="245" dirty="0">
                <a:solidFill>
                  <a:srgbClr val="FFFFFF"/>
                </a:solidFill>
                <a:latin typeface="Cambria"/>
                <a:cs typeface="Cambria"/>
              </a:rPr>
              <a:t> Amazon</a:t>
            </a:r>
            <a:r>
              <a:rPr sz="3650" spc="3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85" dirty="0">
                <a:solidFill>
                  <a:srgbClr val="FFFFFF"/>
                </a:solidFill>
                <a:latin typeface="Cambria"/>
                <a:cs typeface="Cambria"/>
              </a:rPr>
              <a:t>sellers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understand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best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practices.</a:t>
            </a:r>
            <a:endParaRPr sz="3650">
              <a:latin typeface="Cambria"/>
              <a:cs typeface="Cambria"/>
            </a:endParaRPr>
          </a:p>
          <a:p>
            <a:pPr marL="12700" marR="5080">
              <a:lnSpc>
                <a:spcPct val="138700"/>
              </a:lnSpc>
              <a:tabLst>
                <a:tab pos="2359025" algn="l"/>
                <a:tab pos="4396740" algn="l"/>
                <a:tab pos="6118860" algn="l"/>
                <a:tab pos="6730365" algn="l"/>
                <a:tab pos="8982710" algn="l"/>
                <a:tab pos="10911840" algn="l"/>
                <a:tab pos="11911330" algn="l"/>
                <a:tab pos="14623415" algn="l"/>
                <a:tab pos="15252065" algn="l"/>
              </a:tabLst>
            </a:pPr>
            <a:r>
              <a:rPr sz="3650" spc="459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11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3650" spc="275" dirty="0">
                <a:solidFill>
                  <a:srgbClr val="FFFFFF"/>
                </a:solidFill>
                <a:latin typeface="Cambria"/>
                <a:cs typeface="Cambria"/>
              </a:rPr>
              <a:t>-on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80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3650" spc="2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3650" spc="114" dirty="0">
                <a:solidFill>
                  <a:srgbClr val="FFFFFF"/>
                </a:solidFill>
                <a:latin typeface="Cambria"/>
                <a:cs typeface="Cambria"/>
              </a:rPr>
              <a:t>ojects: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Engage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80" dirty="0">
                <a:solidFill>
                  <a:srgbClr val="FFFFFF"/>
                </a:solidFill>
                <a:latin typeface="Cambria"/>
                <a:cs typeface="Cambria"/>
              </a:rPr>
              <a:t>hand</a:t>
            </a:r>
            <a:r>
              <a:rPr sz="3650" spc="114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3650" spc="275" dirty="0">
                <a:solidFill>
                  <a:srgbClr val="FFFFFF"/>
                </a:solidFill>
                <a:latin typeface="Cambria"/>
                <a:cs typeface="Cambria"/>
              </a:rPr>
              <a:t>-on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3650" spc="75" dirty="0">
                <a:solidFill>
                  <a:srgbClr val="FFFFFF"/>
                </a:solidFill>
                <a:latin typeface="Cambria"/>
                <a:cs typeface="Cambria"/>
              </a:rPr>
              <a:t>r</a:t>
            </a:r>
            <a:r>
              <a:rPr sz="3650" spc="140" dirty="0">
                <a:solidFill>
                  <a:srgbClr val="FFFFFF"/>
                </a:solidFill>
                <a:latin typeface="Cambria"/>
                <a:cs typeface="Cambria"/>
              </a:rPr>
              <a:t>ojects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50" dirty="0">
                <a:solidFill>
                  <a:srgbClr val="FFFFFF"/>
                </a:solidFill>
                <a:latin typeface="Cambria"/>
                <a:cs typeface="Cambria"/>
              </a:rPr>
              <a:t>simulations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apply  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theoretical </a:t>
            </a:r>
            <a:r>
              <a:rPr sz="3650" spc="145" dirty="0">
                <a:solidFill>
                  <a:srgbClr val="FFFFFF"/>
                </a:solidFill>
                <a:latin typeface="Cambria"/>
                <a:cs typeface="Cambria"/>
              </a:rPr>
              <a:t>knowledge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Cambria"/>
                <a:cs typeface="Cambria"/>
              </a:rPr>
              <a:t>real-world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scenarios.</a:t>
            </a:r>
            <a:endParaRPr sz="3650">
              <a:latin typeface="Cambria"/>
              <a:cs typeface="Cambria"/>
            </a:endParaRPr>
          </a:p>
          <a:p>
            <a:pPr marL="12700" marR="5080">
              <a:lnSpc>
                <a:spcPct val="138700"/>
              </a:lnSpc>
            </a:pPr>
            <a:r>
              <a:rPr sz="3650" spc="90" dirty="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r>
              <a:rPr sz="3650" spc="3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Software: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Gain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75" dirty="0">
                <a:solidFill>
                  <a:srgbClr val="FFFFFF"/>
                </a:solidFill>
                <a:latin typeface="Cambria"/>
                <a:cs typeface="Cambria"/>
              </a:rPr>
              <a:t>proficiency</a:t>
            </a:r>
            <a:r>
              <a:rPr sz="3650" spc="2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5" dirty="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9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650" spc="3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14" dirty="0">
                <a:solidFill>
                  <a:srgbClr val="FFFFFF"/>
                </a:solidFill>
                <a:latin typeface="Cambria"/>
                <a:cs typeface="Cambria"/>
              </a:rPr>
              <a:t>software</a:t>
            </a:r>
            <a:r>
              <a:rPr sz="3650" spc="3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50" dirty="0">
                <a:solidFill>
                  <a:srgbClr val="FFFFFF"/>
                </a:solidFill>
                <a:latin typeface="Cambria"/>
                <a:cs typeface="Cambria"/>
              </a:rPr>
              <a:t>commonly</a:t>
            </a:r>
            <a:r>
              <a:rPr sz="365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70" dirty="0">
                <a:solidFill>
                  <a:srgbClr val="FFFFFF"/>
                </a:solidFill>
                <a:latin typeface="Cambria"/>
                <a:cs typeface="Cambria"/>
              </a:rPr>
              <a:t>used </a:t>
            </a:r>
            <a:r>
              <a:rPr sz="3650" spc="-7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365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sales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3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30" dirty="0">
                <a:solidFill>
                  <a:srgbClr val="FFFFFF"/>
                </a:solidFill>
                <a:latin typeface="Cambria"/>
                <a:cs typeface="Cambria"/>
              </a:rPr>
              <a:t>(e.g.,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245" dirty="0">
                <a:solidFill>
                  <a:srgbClr val="FFFFFF"/>
                </a:solidFill>
                <a:latin typeface="Cambria"/>
                <a:cs typeface="Cambria"/>
              </a:rPr>
              <a:t>SQL,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60" dirty="0">
                <a:solidFill>
                  <a:srgbClr val="FFFFFF"/>
                </a:solidFill>
                <a:latin typeface="Cambria"/>
                <a:cs typeface="Cambria"/>
              </a:rPr>
              <a:t>Python,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155" dirty="0">
                <a:solidFill>
                  <a:srgbClr val="FFFFFF"/>
                </a:solidFill>
                <a:latin typeface="Cambria"/>
                <a:cs typeface="Cambria"/>
              </a:rPr>
              <a:t>R,</a:t>
            </a:r>
            <a:r>
              <a:rPr sz="365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50" spc="75" dirty="0">
                <a:solidFill>
                  <a:srgbClr val="FFFFFF"/>
                </a:solidFill>
                <a:latin typeface="Cambria"/>
                <a:cs typeface="Cambria"/>
              </a:rPr>
              <a:t>Excel).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872" y="30314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8157" y="6565"/>
                </a:lnTo>
                <a:lnTo>
                  <a:pt x="67731" y="25679"/>
                </a:lnTo>
                <a:lnTo>
                  <a:pt x="34590" y="55718"/>
                </a:lnTo>
                <a:lnTo>
                  <a:pt x="11598" y="94081"/>
                </a:lnTo>
                <a:lnTo>
                  <a:pt x="730" y="137463"/>
                </a:lnTo>
                <a:lnTo>
                  <a:pt x="0" y="152400"/>
                </a:lnTo>
                <a:lnTo>
                  <a:pt x="182" y="159888"/>
                </a:lnTo>
                <a:lnTo>
                  <a:pt x="8902" y="203731"/>
                </a:lnTo>
                <a:lnTo>
                  <a:pt x="29994" y="243193"/>
                </a:lnTo>
                <a:lnTo>
                  <a:pt x="61606" y="274807"/>
                </a:lnTo>
                <a:lnTo>
                  <a:pt x="101064" y="295897"/>
                </a:lnTo>
                <a:lnTo>
                  <a:pt x="144912" y="304616"/>
                </a:lnTo>
                <a:lnTo>
                  <a:pt x="152400" y="304800"/>
                </a:lnTo>
                <a:lnTo>
                  <a:pt x="159886" y="304616"/>
                </a:lnTo>
                <a:lnTo>
                  <a:pt x="203732" y="295897"/>
                </a:lnTo>
                <a:lnTo>
                  <a:pt x="243191" y="274807"/>
                </a:lnTo>
                <a:lnTo>
                  <a:pt x="274801" y="243193"/>
                </a:lnTo>
                <a:lnTo>
                  <a:pt x="295892" y="203731"/>
                </a:lnTo>
                <a:lnTo>
                  <a:pt x="304616" y="159888"/>
                </a:lnTo>
                <a:lnTo>
                  <a:pt x="304800" y="152400"/>
                </a:lnTo>
                <a:lnTo>
                  <a:pt x="304616" y="144913"/>
                </a:lnTo>
                <a:lnTo>
                  <a:pt x="295892" y="101068"/>
                </a:lnTo>
                <a:lnTo>
                  <a:pt x="274801" y="61606"/>
                </a:lnTo>
                <a:lnTo>
                  <a:pt x="243191" y="29994"/>
                </a:lnTo>
                <a:lnTo>
                  <a:pt x="203732" y="8909"/>
                </a:lnTo>
                <a:lnTo>
                  <a:pt x="159886" y="183"/>
                </a:lnTo>
                <a:lnTo>
                  <a:pt x="15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6872" y="39839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8157" y="6565"/>
                </a:lnTo>
                <a:lnTo>
                  <a:pt x="67731" y="25679"/>
                </a:lnTo>
                <a:lnTo>
                  <a:pt x="34590" y="55718"/>
                </a:lnTo>
                <a:lnTo>
                  <a:pt x="11598" y="94081"/>
                </a:lnTo>
                <a:lnTo>
                  <a:pt x="730" y="137463"/>
                </a:lnTo>
                <a:lnTo>
                  <a:pt x="0" y="152400"/>
                </a:lnTo>
                <a:lnTo>
                  <a:pt x="182" y="159888"/>
                </a:lnTo>
                <a:lnTo>
                  <a:pt x="8902" y="203731"/>
                </a:lnTo>
                <a:lnTo>
                  <a:pt x="29994" y="243193"/>
                </a:lnTo>
                <a:lnTo>
                  <a:pt x="61606" y="274807"/>
                </a:lnTo>
                <a:lnTo>
                  <a:pt x="101064" y="295897"/>
                </a:lnTo>
                <a:lnTo>
                  <a:pt x="144912" y="304616"/>
                </a:lnTo>
                <a:lnTo>
                  <a:pt x="152400" y="304800"/>
                </a:lnTo>
                <a:lnTo>
                  <a:pt x="159886" y="304616"/>
                </a:lnTo>
                <a:lnTo>
                  <a:pt x="203732" y="295897"/>
                </a:lnTo>
                <a:lnTo>
                  <a:pt x="243191" y="274807"/>
                </a:lnTo>
                <a:lnTo>
                  <a:pt x="274801" y="243193"/>
                </a:lnTo>
                <a:lnTo>
                  <a:pt x="295892" y="203731"/>
                </a:lnTo>
                <a:lnTo>
                  <a:pt x="304616" y="159888"/>
                </a:lnTo>
                <a:lnTo>
                  <a:pt x="304800" y="152400"/>
                </a:lnTo>
                <a:lnTo>
                  <a:pt x="304616" y="144913"/>
                </a:lnTo>
                <a:lnTo>
                  <a:pt x="295892" y="101068"/>
                </a:lnTo>
                <a:lnTo>
                  <a:pt x="274801" y="61606"/>
                </a:lnTo>
                <a:lnTo>
                  <a:pt x="243191" y="29994"/>
                </a:lnTo>
                <a:lnTo>
                  <a:pt x="203732" y="8909"/>
                </a:lnTo>
                <a:lnTo>
                  <a:pt x="159886" y="183"/>
                </a:lnTo>
                <a:lnTo>
                  <a:pt x="15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6867" y="58890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lnTo>
                  <a:pt x="298234" y="108153"/>
                </a:lnTo>
                <a:lnTo>
                  <a:pt x="279107" y="67716"/>
                </a:lnTo>
                <a:lnTo>
                  <a:pt x="249085" y="34582"/>
                </a:lnTo>
                <a:lnTo>
                  <a:pt x="210718" y="11595"/>
                </a:lnTo>
                <a:lnTo>
                  <a:pt x="167335" y="723"/>
                </a:lnTo>
                <a:lnTo>
                  <a:pt x="152400" y="0"/>
                </a:lnTo>
                <a:lnTo>
                  <a:pt x="144907" y="177"/>
                </a:lnTo>
                <a:lnTo>
                  <a:pt x="101066" y="8902"/>
                </a:lnTo>
                <a:lnTo>
                  <a:pt x="61607" y="29984"/>
                </a:lnTo>
                <a:lnTo>
                  <a:pt x="29997" y="61595"/>
                </a:lnTo>
                <a:lnTo>
                  <a:pt x="8902" y="101066"/>
                </a:lnTo>
                <a:lnTo>
                  <a:pt x="177" y="144907"/>
                </a:lnTo>
                <a:lnTo>
                  <a:pt x="0" y="152400"/>
                </a:lnTo>
                <a:lnTo>
                  <a:pt x="177" y="159880"/>
                </a:lnTo>
                <a:lnTo>
                  <a:pt x="8902" y="203720"/>
                </a:lnTo>
                <a:lnTo>
                  <a:pt x="29997" y="243192"/>
                </a:lnTo>
                <a:lnTo>
                  <a:pt x="61607" y="274802"/>
                </a:lnTo>
                <a:lnTo>
                  <a:pt x="101066" y="295897"/>
                </a:lnTo>
                <a:lnTo>
                  <a:pt x="144907" y="304609"/>
                </a:lnTo>
                <a:lnTo>
                  <a:pt x="152400" y="304800"/>
                </a:lnTo>
                <a:lnTo>
                  <a:pt x="159880" y="304609"/>
                </a:lnTo>
                <a:lnTo>
                  <a:pt x="203733" y="295897"/>
                </a:lnTo>
                <a:lnTo>
                  <a:pt x="243192" y="274802"/>
                </a:lnTo>
                <a:lnTo>
                  <a:pt x="274802" y="243192"/>
                </a:lnTo>
                <a:lnTo>
                  <a:pt x="295897" y="203720"/>
                </a:lnTo>
                <a:lnTo>
                  <a:pt x="304609" y="159880"/>
                </a:lnTo>
                <a:lnTo>
                  <a:pt x="30480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8946" y="608965"/>
            <a:ext cx="1379283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4" dirty="0"/>
              <a:t>Reporting</a:t>
            </a:r>
            <a:r>
              <a:rPr spc="250" dirty="0"/>
              <a:t> </a:t>
            </a:r>
            <a:r>
              <a:rPr spc="360" dirty="0"/>
              <a:t>and</a:t>
            </a:r>
            <a:r>
              <a:rPr spc="250" dirty="0"/>
              <a:t> </a:t>
            </a:r>
            <a:r>
              <a:rPr spc="475" dirty="0"/>
              <a:t>Communication</a:t>
            </a:r>
          </a:p>
        </p:txBody>
      </p:sp>
      <p:sp>
        <p:nvSpPr>
          <p:cNvPr id="6" name="object 6"/>
          <p:cNvSpPr/>
          <p:nvPr/>
        </p:nvSpPr>
        <p:spPr>
          <a:xfrm>
            <a:off x="336872" y="30314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8157" y="6565"/>
                </a:lnTo>
                <a:lnTo>
                  <a:pt x="67731" y="25679"/>
                </a:lnTo>
                <a:lnTo>
                  <a:pt x="34590" y="55718"/>
                </a:lnTo>
                <a:lnTo>
                  <a:pt x="11598" y="94081"/>
                </a:lnTo>
                <a:lnTo>
                  <a:pt x="730" y="137463"/>
                </a:lnTo>
                <a:lnTo>
                  <a:pt x="0" y="152400"/>
                </a:lnTo>
                <a:lnTo>
                  <a:pt x="182" y="159888"/>
                </a:lnTo>
                <a:lnTo>
                  <a:pt x="8902" y="203731"/>
                </a:lnTo>
                <a:lnTo>
                  <a:pt x="29994" y="243193"/>
                </a:lnTo>
                <a:lnTo>
                  <a:pt x="61606" y="274807"/>
                </a:lnTo>
                <a:lnTo>
                  <a:pt x="101064" y="295897"/>
                </a:lnTo>
                <a:lnTo>
                  <a:pt x="144912" y="304616"/>
                </a:lnTo>
                <a:lnTo>
                  <a:pt x="152400" y="304800"/>
                </a:lnTo>
                <a:lnTo>
                  <a:pt x="159886" y="304616"/>
                </a:lnTo>
                <a:lnTo>
                  <a:pt x="203732" y="295897"/>
                </a:lnTo>
                <a:lnTo>
                  <a:pt x="243191" y="274807"/>
                </a:lnTo>
                <a:lnTo>
                  <a:pt x="274801" y="243193"/>
                </a:lnTo>
                <a:lnTo>
                  <a:pt x="295892" y="203731"/>
                </a:lnTo>
                <a:lnTo>
                  <a:pt x="304616" y="159888"/>
                </a:lnTo>
                <a:lnTo>
                  <a:pt x="304800" y="152400"/>
                </a:lnTo>
                <a:lnTo>
                  <a:pt x="304616" y="144913"/>
                </a:lnTo>
                <a:lnTo>
                  <a:pt x="295892" y="101068"/>
                </a:lnTo>
                <a:lnTo>
                  <a:pt x="274801" y="61606"/>
                </a:lnTo>
                <a:lnTo>
                  <a:pt x="243191" y="29994"/>
                </a:lnTo>
                <a:lnTo>
                  <a:pt x="203732" y="8909"/>
                </a:lnTo>
                <a:lnTo>
                  <a:pt x="159886" y="183"/>
                </a:lnTo>
                <a:lnTo>
                  <a:pt x="15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872" y="39839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8157" y="6565"/>
                </a:lnTo>
                <a:lnTo>
                  <a:pt x="67731" y="25679"/>
                </a:lnTo>
                <a:lnTo>
                  <a:pt x="34590" y="55718"/>
                </a:lnTo>
                <a:lnTo>
                  <a:pt x="11598" y="94081"/>
                </a:lnTo>
                <a:lnTo>
                  <a:pt x="730" y="137463"/>
                </a:lnTo>
                <a:lnTo>
                  <a:pt x="0" y="152400"/>
                </a:lnTo>
                <a:lnTo>
                  <a:pt x="182" y="159888"/>
                </a:lnTo>
                <a:lnTo>
                  <a:pt x="8902" y="203731"/>
                </a:lnTo>
                <a:lnTo>
                  <a:pt x="29994" y="243193"/>
                </a:lnTo>
                <a:lnTo>
                  <a:pt x="61606" y="274807"/>
                </a:lnTo>
                <a:lnTo>
                  <a:pt x="101064" y="295897"/>
                </a:lnTo>
                <a:lnTo>
                  <a:pt x="144912" y="304616"/>
                </a:lnTo>
                <a:lnTo>
                  <a:pt x="152400" y="304800"/>
                </a:lnTo>
                <a:lnTo>
                  <a:pt x="159886" y="304616"/>
                </a:lnTo>
                <a:lnTo>
                  <a:pt x="203732" y="295897"/>
                </a:lnTo>
                <a:lnTo>
                  <a:pt x="243191" y="274807"/>
                </a:lnTo>
                <a:lnTo>
                  <a:pt x="274801" y="243193"/>
                </a:lnTo>
                <a:lnTo>
                  <a:pt x="295892" y="203731"/>
                </a:lnTo>
                <a:lnTo>
                  <a:pt x="304616" y="159888"/>
                </a:lnTo>
                <a:lnTo>
                  <a:pt x="304800" y="152400"/>
                </a:lnTo>
                <a:lnTo>
                  <a:pt x="304616" y="144913"/>
                </a:lnTo>
                <a:lnTo>
                  <a:pt x="295892" y="101068"/>
                </a:lnTo>
                <a:lnTo>
                  <a:pt x="274801" y="61606"/>
                </a:lnTo>
                <a:lnTo>
                  <a:pt x="243191" y="29994"/>
                </a:lnTo>
                <a:lnTo>
                  <a:pt x="203732" y="8909"/>
                </a:lnTo>
                <a:lnTo>
                  <a:pt x="159886" y="183"/>
                </a:lnTo>
                <a:lnTo>
                  <a:pt x="15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125"/>
              </a:spcBef>
            </a:pPr>
            <a:r>
              <a:rPr spc="120" dirty="0"/>
              <a:t>Reporting:</a:t>
            </a:r>
            <a:r>
              <a:rPr spc="130" dirty="0"/>
              <a:t> Learn </a:t>
            </a:r>
            <a:r>
              <a:rPr spc="160" dirty="0"/>
              <a:t>to</a:t>
            </a:r>
            <a:r>
              <a:rPr spc="130" dirty="0"/>
              <a:t> </a:t>
            </a:r>
            <a:r>
              <a:rPr spc="125" dirty="0"/>
              <a:t>create</a:t>
            </a:r>
            <a:r>
              <a:rPr spc="130" dirty="0"/>
              <a:t> </a:t>
            </a:r>
            <a:r>
              <a:rPr spc="170" dirty="0"/>
              <a:t>comprehensive</a:t>
            </a:r>
            <a:r>
              <a:rPr spc="130" dirty="0"/>
              <a:t> </a:t>
            </a:r>
            <a:r>
              <a:rPr spc="95" dirty="0"/>
              <a:t>sales</a:t>
            </a:r>
            <a:r>
              <a:rPr spc="130" dirty="0"/>
              <a:t> </a:t>
            </a:r>
            <a:r>
              <a:rPr spc="114" dirty="0"/>
              <a:t>reports</a:t>
            </a:r>
            <a:r>
              <a:rPr spc="130" dirty="0"/>
              <a:t> </a:t>
            </a:r>
            <a:r>
              <a:rPr spc="145" dirty="0"/>
              <a:t>for</a:t>
            </a:r>
            <a:r>
              <a:rPr spc="50" dirty="0"/>
              <a:t> </a:t>
            </a:r>
            <a:r>
              <a:rPr spc="114" dirty="0"/>
              <a:t>stakeholders.</a:t>
            </a:r>
          </a:p>
          <a:p>
            <a:pPr marL="330200" marR="198755">
              <a:lnSpc>
                <a:spcPct val="171200"/>
              </a:lnSpc>
            </a:pPr>
            <a:r>
              <a:rPr spc="195" dirty="0"/>
              <a:t>Data-Driven</a:t>
            </a:r>
            <a:r>
              <a:rPr spc="130" dirty="0"/>
              <a:t> </a:t>
            </a:r>
            <a:r>
              <a:rPr spc="200" dirty="0"/>
              <a:t>Decision</a:t>
            </a:r>
            <a:r>
              <a:rPr spc="130" dirty="0"/>
              <a:t> </a:t>
            </a:r>
            <a:r>
              <a:rPr spc="140" dirty="0"/>
              <a:t>Making:</a:t>
            </a:r>
            <a:r>
              <a:rPr spc="130" dirty="0"/>
              <a:t> </a:t>
            </a:r>
            <a:r>
              <a:rPr spc="190" dirty="0"/>
              <a:t>Develop</a:t>
            </a:r>
            <a:r>
              <a:rPr spc="130" dirty="0"/>
              <a:t> </a:t>
            </a:r>
            <a:r>
              <a:rPr spc="80" dirty="0"/>
              <a:t>skills</a:t>
            </a:r>
            <a:r>
              <a:rPr spc="130" dirty="0"/>
              <a:t> </a:t>
            </a:r>
            <a:r>
              <a:rPr spc="160" dirty="0"/>
              <a:t>to</a:t>
            </a:r>
            <a:r>
              <a:rPr spc="130" dirty="0"/>
              <a:t> </a:t>
            </a:r>
            <a:r>
              <a:rPr spc="135" dirty="0"/>
              <a:t>present</a:t>
            </a:r>
            <a:r>
              <a:rPr spc="130" dirty="0"/>
              <a:t> </a:t>
            </a:r>
            <a:r>
              <a:rPr spc="145" dirty="0"/>
              <a:t>data-driven</a:t>
            </a:r>
            <a:r>
              <a:rPr spc="130" dirty="0"/>
              <a:t> </a:t>
            </a:r>
            <a:r>
              <a:rPr spc="120" dirty="0"/>
              <a:t>insights </a:t>
            </a:r>
            <a:r>
              <a:rPr spc="-790" dirty="0"/>
              <a:t> </a:t>
            </a:r>
            <a:r>
              <a:rPr spc="190" dirty="0"/>
              <a:t>and</a:t>
            </a:r>
            <a:r>
              <a:rPr spc="125" dirty="0"/>
              <a:t> </a:t>
            </a:r>
            <a:r>
              <a:rPr spc="195" dirty="0"/>
              <a:t>recommendations</a:t>
            </a:r>
            <a:r>
              <a:rPr spc="125" dirty="0"/>
              <a:t> </a:t>
            </a:r>
            <a:r>
              <a:rPr spc="160" dirty="0"/>
              <a:t>to</a:t>
            </a:r>
            <a:r>
              <a:rPr spc="125" dirty="0"/>
              <a:t> </a:t>
            </a:r>
            <a:r>
              <a:rPr spc="160" dirty="0"/>
              <a:t>support</a:t>
            </a:r>
            <a:r>
              <a:rPr spc="130" dirty="0"/>
              <a:t> </a:t>
            </a:r>
            <a:r>
              <a:rPr spc="105" dirty="0"/>
              <a:t>strategic</a:t>
            </a:r>
            <a:r>
              <a:rPr spc="125" dirty="0"/>
              <a:t> </a:t>
            </a:r>
            <a:r>
              <a:rPr spc="150" dirty="0"/>
              <a:t>decisions.</a:t>
            </a:r>
          </a:p>
          <a:p>
            <a:pPr marL="330200" marR="5080">
              <a:lnSpc>
                <a:spcPct val="171200"/>
              </a:lnSpc>
            </a:pPr>
            <a:r>
              <a:rPr spc="135" dirty="0"/>
              <a:t>Stakeholder </a:t>
            </a:r>
            <a:r>
              <a:rPr spc="225" dirty="0"/>
              <a:t>Communication: </a:t>
            </a:r>
            <a:r>
              <a:rPr spc="185" dirty="0"/>
              <a:t>Enhance </a:t>
            </a:r>
            <a:r>
              <a:rPr spc="225" dirty="0"/>
              <a:t>communication </a:t>
            </a:r>
            <a:r>
              <a:rPr spc="80" dirty="0"/>
              <a:t>skills </a:t>
            </a:r>
            <a:r>
              <a:rPr spc="160" dirty="0"/>
              <a:t>to </a:t>
            </a:r>
            <a:r>
              <a:rPr spc="130" dirty="0"/>
              <a:t>effectively </a:t>
            </a:r>
            <a:r>
              <a:rPr spc="135" dirty="0"/>
              <a:t> </a:t>
            </a:r>
            <a:r>
              <a:rPr spc="105" dirty="0"/>
              <a:t>share</a:t>
            </a:r>
            <a:r>
              <a:rPr spc="135" dirty="0"/>
              <a:t> </a:t>
            </a:r>
            <a:r>
              <a:rPr spc="95" dirty="0"/>
              <a:t>analysis</a:t>
            </a:r>
            <a:r>
              <a:rPr spc="140" dirty="0"/>
              <a:t> </a:t>
            </a:r>
            <a:r>
              <a:rPr spc="95" dirty="0"/>
              <a:t>results</a:t>
            </a:r>
            <a:r>
              <a:rPr spc="45" dirty="0"/>
              <a:t> </a:t>
            </a:r>
            <a:r>
              <a:rPr spc="110" dirty="0"/>
              <a:t>with</a:t>
            </a:r>
            <a:r>
              <a:rPr spc="45" dirty="0"/>
              <a:t> </a:t>
            </a:r>
            <a:r>
              <a:rPr spc="105" dirty="0"/>
              <a:t>various</a:t>
            </a:r>
            <a:r>
              <a:rPr spc="140" dirty="0"/>
              <a:t> </a:t>
            </a:r>
            <a:r>
              <a:rPr spc="114" dirty="0"/>
              <a:t>stakeholders</a:t>
            </a:r>
            <a:r>
              <a:rPr spc="140" dirty="0"/>
              <a:t> </a:t>
            </a:r>
            <a:r>
              <a:rPr spc="30" dirty="0"/>
              <a:t>(e.g.,</a:t>
            </a:r>
            <a:r>
              <a:rPr spc="140" dirty="0"/>
              <a:t> </a:t>
            </a:r>
            <a:r>
              <a:rPr spc="204" dirty="0"/>
              <a:t>management,</a:t>
            </a:r>
            <a:r>
              <a:rPr spc="140" dirty="0"/>
              <a:t> </a:t>
            </a:r>
            <a:r>
              <a:rPr spc="135" dirty="0"/>
              <a:t>marketing </a:t>
            </a:r>
            <a:r>
              <a:rPr spc="-790" dirty="0"/>
              <a:t> </a:t>
            </a:r>
            <a:r>
              <a:rPr spc="80" dirty="0"/>
              <a:t>teams).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453" y="349250"/>
            <a:ext cx="13038201" cy="81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lvl="0" indent="0" algn="ctr">
              <a:lnSpc>
                <a:spcPts val="6180"/>
              </a:lnSpc>
            </a:pPr>
            <a:r>
              <a:rPr lang="en-US" sz="7200" dirty="0">
                <a:solidFill>
                  <a:srgbClr val="FF0000"/>
                </a:solidFill>
                <a:latin typeface="Bitter Bold"/>
              </a:rPr>
              <a:t>INPUT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D1D750-0C46-4FAD-93D8-845E4C39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53" y="1195949"/>
            <a:ext cx="13244326" cy="88162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BC69-339A-4CDD-B5B9-D6AEE1CF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701" y="840613"/>
            <a:ext cx="11329296" cy="1225079"/>
          </a:xfrm>
        </p:spPr>
        <p:txBody>
          <a:bodyPr/>
          <a:lstStyle/>
          <a:p>
            <a:pPr algn="ctr">
              <a:lnSpc>
                <a:spcPts val="4635"/>
              </a:lnSpc>
              <a:spcBef>
                <a:spcPct val="0"/>
              </a:spcBef>
            </a:pPr>
            <a:r>
              <a:rPr lang="en-US" sz="6600" dirty="0">
                <a:solidFill>
                  <a:srgbClr val="FF0000"/>
                </a:solidFill>
                <a:latin typeface="Bitter Bold"/>
              </a:rPr>
              <a:t>Month-wise line and point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AD849-9C2F-4A24-A89D-87E425FA6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2482850"/>
            <a:ext cx="13602866" cy="697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9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0FDB-7334-4EE7-8B29-07B630AE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701" y="840613"/>
            <a:ext cx="11329296" cy="1015663"/>
          </a:xfrm>
        </p:spPr>
        <p:txBody>
          <a:bodyPr/>
          <a:lstStyle/>
          <a:p>
            <a:r>
              <a:rPr lang="en-US" sz="6600" dirty="0"/>
              <a:t>MONTH WISE MOUNT GRAPH</a:t>
            </a:r>
            <a:endParaRPr lang="en-IN" sz="6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B257B-ABA5-4F3D-96F1-DED026C5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2028387"/>
            <a:ext cx="13792200" cy="79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8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563" y="532409"/>
            <a:ext cx="9457055" cy="108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50" spc="335" dirty="0">
                <a:latin typeface="Verdana"/>
                <a:cs typeface="Verdana"/>
              </a:rPr>
              <a:t>Ou</a:t>
            </a:r>
            <a:r>
              <a:rPr sz="6950" spc="-45" dirty="0">
                <a:latin typeface="Verdana"/>
                <a:cs typeface="Verdana"/>
              </a:rPr>
              <a:t>t</a:t>
            </a:r>
            <a:r>
              <a:rPr sz="6950" spc="240" dirty="0">
                <a:latin typeface="Verdana"/>
                <a:cs typeface="Verdana"/>
              </a:rPr>
              <a:t>c</a:t>
            </a:r>
            <a:r>
              <a:rPr sz="6950" spc="160" dirty="0">
                <a:latin typeface="Verdana"/>
                <a:cs typeface="Verdana"/>
              </a:rPr>
              <a:t>omes</a:t>
            </a:r>
            <a:r>
              <a:rPr sz="6950" spc="-620" dirty="0">
                <a:latin typeface="Verdana"/>
                <a:cs typeface="Verdana"/>
              </a:rPr>
              <a:t> </a:t>
            </a:r>
            <a:r>
              <a:rPr sz="6950" spc="35" dirty="0">
                <a:latin typeface="Verdana"/>
                <a:cs typeface="Verdana"/>
              </a:rPr>
              <a:t>of</a:t>
            </a:r>
            <a:r>
              <a:rPr sz="6950" spc="-620" dirty="0">
                <a:latin typeface="Verdana"/>
                <a:cs typeface="Verdana"/>
              </a:rPr>
              <a:t> </a:t>
            </a:r>
            <a:r>
              <a:rPr sz="6950" spc="90" dirty="0">
                <a:latin typeface="Verdana"/>
                <a:cs typeface="Verdana"/>
              </a:rPr>
              <a:t>t</a:t>
            </a:r>
            <a:r>
              <a:rPr sz="6950" spc="-500" dirty="0">
                <a:latin typeface="Verdana"/>
                <a:cs typeface="Verdana"/>
              </a:rPr>
              <a:t>r</a:t>
            </a:r>
            <a:r>
              <a:rPr sz="6950" spc="160" dirty="0">
                <a:latin typeface="Verdana"/>
                <a:cs typeface="Verdana"/>
              </a:rPr>
              <a:t>aining</a:t>
            </a:r>
            <a:endParaRPr sz="69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038" y="31263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01400" y="6149"/>
                </a:lnTo>
                <a:lnTo>
                  <a:pt x="63500" y="24079"/>
                </a:lnTo>
                <a:lnTo>
                  <a:pt x="32429" y="52230"/>
                </a:lnTo>
                <a:lnTo>
                  <a:pt x="10873" y="88201"/>
                </a:lnTo>
                <a:lnTo>
                  <a:pt x="687" y="128865"/>
                </a:lnTo>
                <a:lnTo>
                  <a:pt x="0" y="142875"/>
                </a:lnTo>
                <a:lnTo>
                  <a:pt x="171" y="149889"/>
                </a:lnTo>
                <a:lnTo>
                  <a:pt x="8348" y="190994"/>
                </a:lnTo>
                <a:lnTo>
                  <a:pt x="28120" y="227989"/>
                </a:lnTo>
                <a:lnTo>
                  <a:pt x="57757" y="257624"/>
                </a:lnTo>
                <a:lnTo>
                  <a:pt x="94750" y="277397"/>
                </a:lnTo>
                <a:lnTo>
                  <a:pt x="135855" y="285576"/>
                </a:lnTo>
                <a:lnTo>
                  <a:pt x="142875" y="285750"/>
                </a:lnTo>
                <a:lnTo>
                  <a:pt x="149893" y="285576"/>
                </a:lnTo>
                <a:lnTo>
                  <a:pt x="190999" y="277397"/>
                </a:lnTo>
                <a:lnTo>
                  <a:pt x="227994" y="257624"/>
                </a:lnTo>
                <a:lnTo>
                  <a:pt x="257630" y="227989"/>
                </a:lnTo>
                <a:lnTo>
                  <a:pt x="277403" y="190994"/>
                </a:lnTo>
                <a:lnTo>
                  <a:pt x="285578" y="149889"/>
                </a:lnTo>
                <a:lnTo>
                  <a:pt x="285750" y="142875"/>
                </a:lnTo>
                <a:lnTo>
                  <a:pt x="285578" y="135852"/>
                </a:lnTo>
                <a:lnTo>
                  <a:pt x="277403" y="94749"/>
                </a:lnTo>
                <a:lnTo>
                  <a:pt x="257630" y="57753"/>
                </a:lnTo>
                <a:lnTo>
                  <a:pt x="227994" y="28117"/>
                </a:lnTo>
                <a:lnTo>
                  <a:pt x="190999" y="8347"/>
                </a:lnTo>
                <a:lnTo>
                  <a:pt x="149893" y="171"/>
                </a:lnTo>
                <a:lnTo>
                  <a:pt x="1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8038" y="41836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01400" y="6149"/>
                </a:lnTo>
                <a:lnTo>
                  <a:pt x="63500" y="24079"/>
                </a:lnTo>
                <a:lnTo>
                  <a:pt x="32429" y="52228"/>
                </a:lnTo>
                <a:lnTo>
                  <a:pt x="10873" y="88201"/>
                </a:lnTo>
                <a:lnTo>
                  <a:pt x="687" y="128865"/>
                </a:lnTo>
                <a:lnTo>
                  <a:pt x="0" y="142875"/>
                </a:lnTo>
                <a:lnTo>
                  <a:pt x="171" y="149889"/>
                </a:lnTo>
                <a:lnTo>
                  <a:pt x="8348" y="190995"/>
                </a:lnTo>
                <a:lnTo>
                  <a:pt x="28120" y="227989"/>
                </a:lnTo>
                <a:lnTo>
                  <a:pt x="57757" y="257624"/>
                </a:lnTo>
                <a:lnTo>
                  <a:pt x="94750" y="277397"/>
                </a:lnTo>
                <a:lnTo>
                  <a:pt x="135855" y="285576"/>
                </a:lnTo>
                <a:lnTo>
                  <a:pt x="142875" y="285750"/>
                </a:lnTo>
                <a:lnTo>
                  <a:pt x="149893" y="285576"/>
                </a:lnTo>
                <a:lnTo>
                  <a:pt x="190999" y="277397"/>
                </a:lnTo>
                <a:lnTo>
                  <a:pt x="227994" y="257624"/>
                </a:lnTo>
                <a:lnTo>
                  <a:pt x="257630" y="227989"/>
                </a:lnTo>
                <a:lnTo>
                  <a:pt x="277403" y="190995"/>
                </a:lnTo>
                <a:lnTo>
                  <a:pt x="285578" y="149889"/>
                </a:lnTo>
                <a:lnTo>
                  <a:pt x="285750" y="142875"/>
                </a:lnTo>
                <a:lnTo>
                  <a:pt x="285578" y="135852"/>
                </a:lnTo>
                <a:lnTo>
                  <a:pt x="277403" y="94749"/>
                </a:lnTo>
                <a:lnTo>
                  <a:pt x="257630" y="57748"/>
                </a:lnTo>
                <a:lnTo>
                  <a:pt x="227994" y="28117"/>
                </a:lnTo>
                <a:lnTo>
                  <a:pt x="190999" y="8347"/>
                </a:lnTo>
                <a:lnTo>
                  <a:pt x="149893" y="171"/>
                </a:lnTo>
                <a:lnTo>
                  <a:pt x="1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8038" y="5250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01400" y="6149"/>
                </a:lnTo>
                <a:lnTo>
                  <a:pt x="63500" y="24079"/>
                </a:lnTo>
                <a:lnTo>
                  <a:pt x="32429" y="52228"/>
                </a:lnTo>
                <a:lnTo>
                  <a:pt x="10873" y="88201"/>
                </a:lnTo>
                <a:lnTo>
                  <a:pt x="687" y="128865"/>
                </a:lnTo>
                <a:lnTo>
                  <a:pt x="0" y="142875"/>
                </a:lnTo>
                <a:lnTo>
                  <a:pt x="171" y="149889"/>
                </a:lnTo>
                <a:lnTo>
                  <a:pt x="8348" y="190995"/>
                </a:lnTo>
                <a:lnTo>
                  <a:pt x="28120" y="227989"/>
                </a:lnTo>
                <a:lnTo>
                  <a:pt x="57757" y="257624"/>
                </a:lnTo>
                <a:lnTo>
                  <a:pt x="94750" y="277396"/>
                </a:lnTo>
                <a:lnTo>
                  <a:pt x="135855" y="285576"/>
                </a:lnTo>
                <a:lnTo>
                  <a:pt x="142875" y="285750"/>
                </a:lnTo>
                <a:lnTo>
                  <a:pt x="149893" y="285576"/>
                </a:lnTo>
                <a:lnTo>
                  <a:pt x="190999" y="277396"/>
                </a:lnTo>
                <a:lnTo>
                  <a:pt x="227994" y="257624"/>
                </a:lnTo>
                <a:lnTo>
                  <a:pt x="257630" y="227989"/>
                </a:lnTo>
                <a:lnTo>
                  <a:pt x="277403" y="190995"/>
                </a:lnTo>
                <a:lnTo>
                  <a:pt x="285578" y="149889"/>
                </a:lnTo>
                <a:lnTo>
                  <a:pt x="285750" y="142875"/>
                </a:lnTo>
                <a:lnTo>
                  <a:pt x="285578" y="135852"/>
                </a:lnTo>
                <a:lnTo>
                  <a:pt x="277403" y="94749"/>
                </a:lnTo>
                <a:lnTo>
                  <a:pt x="257630" y="57753"/>
                </a:lnTo>
                <a:lnTo>
                  <a:pt x="227994" y="28117"/>
                </a:lnTo>
                <a:lnTo>
                  <a:pt x="190999" y="8347"/>
                </a:lnTo>
                <a:lnTo>
                  <a:pt x="149893" y="171"/>
                </a:lnTo>
                <a:lnTo>
                  <a:pt x="1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8038" y="63172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01400" y="6145"/>
                </a:lnTo>
                <a:lnTo>
                  <a:pt x="63500" y="24066"/>
                </a:lnTo>
                <a:lnTo>
                  <a:pt x="32429" y="52228"/>
                </a:lnTo>
                <a:lnTo>
                  <a:pt x="10873" y="88201"/>
                </a:lnTo>
                <a:lnTo>
                  <a:pt x="687" y="128865"/>
                </a:lnTo>
                <a:lnTo>
                  <a:pt x="0" y="142875"/>
                </a:lnTo>
                <a:lnTo>
                  <a:pt x="171" y="149889"/>
                </a:lnTo>
                <a:lnTo>
                  <a:pt x="8348" y="190994"/>
                </a:lnTo>
                <a:lnTo>
                  <a:pt x="28120" y="227989"/>
                </a:lnTo>
                <a:lnTo>
                  <a:pt x="57757" y="257624"/>
                </a:lnTo>
                <a:lnTo>
                  <a:pt x="94750" y="277397"/>
                </a:lnTo>
                <a:lnTo>
                  <a:pt x="135855" y="285576"/>
                </a:lnTo>
                <a:lnTo>
                  <a:pt x="142875" y="285750"/>
                </a:lnTo>
                <a:lnTo>
                  <a:pt x="149893" y="285576"/>
                </a:lnTo>
                <a:lnTo>
                  <a:pt x="190999" y="277397"/>
                </a:lnTo>
                <a:lnTo>
                  <a:pt x="227994" y="257624"/>
                </a:lnTo>
                <a:lnTo>
                  <a:pt x="257630" y="227989"/>
                </a:lnTo>
                <a:lnTo>
                  <a:pt x="277403" y="190994"/>
                </a:lnTo>
                <a:lnTo>
                  <a:pt x="285578" y="149889"/>
                </a:lnTo>
                <a:lnTo>
                  <a:pt x="285750" y="142875"/>
                </a:lnTo>
                <a:lnTo>
                  <a:pt x="285578" y="135852"/>
                </a:lnTo>
                <a:lnTo>
                  <a:pt x="277403" y="94749"/>
                </a:lnTo>
                <a:lnTo>
                  <a:pt x="257630" y="57748"/>
                </a:lnTo>
                <a:lnTo>
                  <a:pt x="227994" y="28117"/>
                </a:lnTo>
                <a:lnTo>
                  <a:pt x="190999" y="8342"/>
                </a:lnTo>
                <a:lnTo>
                  <a:pt x="149893" y="171"/>
                </a:lnTo>
                <a:lnTo>
                  <a:pt x="1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8038" y="73745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01400" y="6145"/>
                </a:lnTo>
                <a:lnTo>
                  <a:pt x="63500" y="24066"/>
                </a:lnTo>
                <a:lnTo>
                  <a:pt x="32429" y="52228"/>
                </a:lnTo>
                <a:lnTo>
                  <a:pt x="10873" y="88188"/>
                </a:lnTo>
                <a:lnTo>
                  <a:pt x="687" y="128865"/>
                </a:lnTo>
                <a:lnTo>
                  <a:pt x="0" y="142875"/>
                </a:lnTo>
                <a:lnTo>
                  <a:pt x="171" y="149889"/>
                </a:lnTo>
                <a:lnTo>
                  <a:pt x="8348" y="190994"/>
                </a:lnTo>
                <a:lnTo>
                  <a:pt x="28120" y="227988"/>
                </a:lnTo>
                <a:lnTo>
                  <a:pt x="57757" y="257624"/>
                </a:lnTo>
                <a:lnTo>
                  <a:pt x="94750" y="277395"/>
                </a:lnTo>
                <a:lnTo>
                  <a:pt x="135855" y="285578"/>
                </a:lnTo>
                <a:lnTo>
                  <a:pt x="142875" y="285750"/>
                </a:lnTo>
                <a:lnTo>
                  <a:pt x="149893" y="285578"/>
                </a:lnTo>
                <a:lnTo>
                  <a:pt x="190999" y="277395"/>
                </a:lnTo>
                <a:lnTo>
                  <a:pt x="227994" y="257624"/>
                </a:lnTo>
                <a:lnTo>
                  <a:pt x="257630" y="227988"/>
                </a:lnTo>
                <a:lnTo>
                  <a:pt x="277403" y="190994"/>
                </a:lnTo>
                <a:lnTo>
                  <a:pt x="285578" y="149889"/>
                </a:lnTo>
                <a:lnTo>
                  <a:pt x="285750" y="142875"/>
                </a:lnTo>
                <a:lnTo>
                  <a:pt x="285578" y="135852"/>
                </a:lnTo>
                <a:lnTo>
                  <a:pt x="277403" y="94742"/>
                </a:lnTo>
                <a:lnTo>
                  <a:pt x="257630" y="57748"/>
                </a:lnTo>
                <a:lnTo>
                  <a:pt x="227994" y="28117"/>
                </a:lnTo>
                <a:lnTo>
                  <a:pt x="190999" y="8342"/>
                </a:lnTo>
                <a:lnTo>
                  <a:pt x="149893" y="171"/>
                </a:lnTo>
                <a:lnTo>
                  <a:pt x="1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23517" y="2608858"/>
            <a:ext cx="11702415" cy="533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71520">
              <a:lnSpc>
                <a:spcPct val="143000"/>
              </a:lnSpc>
              <a:spcBef>
                <a:spcPts val="95"/>
              </a:spcBef>
            </a:pPr>
            <a:r>
              <a:rPr sz="4850" spc="180" dirty="0">
                <a:solidFill>
                  <a:srgbClr val="FFFFFF"/>
                </a:solidFill>
                <a:latin typeface="Verdana"/>
                <a:cs typeface="Verdana"/>
              </a:rPr>
              <a:t>Enhan</a:t>
            </a:r>
            <a:r>
              <a:rPr sz="4850" spc="10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4850" spc="165" dirty="0">
                <a:solidFill>
                  <a:srgbClr val="FFFFFF"/>
                </a:solidFill>
                <a:latin typeface="Verdana"/>
                <a:cs typeface="Verdana"/>
              </a:rPr>
              <a:t>ed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20" dirty="0">
                <a:solidFill>
                  <a:srgbClr val="FFFFFF"/>
                </a:solidFill>
                <a:latin typeface="Verdana"/>
                <a:cs typeface="Verdana"/>
              </a:rPr>
              <a:t>Anal</a:t>
            </a:r>
            <a:r>
              <a:rPr sz="4850" spc="9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4850" spc="40" dirty="0">
                <a:solidFill>
                  <a:srgbClr val="FFFFFF"/>
                </a:solidFill>
                <a:latin typeface="Verdana"/>
                <a:cs typeface="Verdana"/>
              </a:rPr>
              <a:t>tical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-75" dirty="0">
                <a:solidFill>
                  <a:srgbClr val="FFFFFF"/>
                </a:solidFill>
                <a:latin typeface="Verdana"/>
                <a:cs typeface="Verdana"/>
              </a:rPr>
              <a:t>Skills  </a:t>
            </a:r>
            <a:r>
              <a:rPr sz="4850" spc="15" dirty="0">
                <a:solidFill>
                  <a:srgbClr val="FFFFFF"/>
                </a:solidFill>
                <a:latin typeface="Verdana"/>
                <a:cs typeface="Verdana"/>
              </a:rPr>
              <a:t>Imp</a:t>
            </a:r>
            <a:r>
              <a:rPr sz="4850" spc="-6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4850" spc="3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4850" spc="-30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4850" spc="165" dirty="0">
                <a:solidFill>
                  <a:srgbClr val="FFFFFF"/>
                </a:solidFill>
                <a:latin typeface="Verdana"/>
                <a:cs typeface="Verdana"/>
              </a:rPr>
              <a:t>ed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2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4850" spc="114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4850" spc="75" dirty="0">
                <a:solidFill>
                  <a:srgbClr val="FFFFFF"/>
                </a:solidFill>
                <a:latin typeface="Verdana"/>
                <a:cs typeface="Verdana"/>
              </a:rPr>
              <a:t>ision-Making</a:t>
            </a:r>
            <a:endParaRPr sz="4850">
              <a:latin typeface="Verdana"/>
              <a:cs typeface="Verdana"/>
            </a:endParaRPr>
          </a:p>
          <a:p>
            <a:pPr marL="12700" marR="5080">
              <a:lnSpc>
                <a:spcPct val="144300"/>
              </a:lnSpc>
              <a:spcBef>
                <a:spcPts val="5"/>
              </a:spcBef>
            </a:pPr>
            <a:r>
              <a:rPr sz="4850" spc="180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4850" spc="4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4850" spc="-30" dirty="0">
                <a:solidFill>
                  <a:srgbClr val="FFFFFF"/>
                </a:solidFill>
                <a:latin typeface="Verdana"/>
                <a:cs typeface="Verdana"/>
              </a:rPr>
              <a:t>ter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-95" dirty="0">
                <a:solidFill>
                  <a:srgbClr val="FFFFFF"/>
                </a:solidFill>
                <a:latin typeface="Verdana"/>
                <a:cs typeface="Verdana"/>
              </a:rPr>
              <a:t>Sales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1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160" dirty="0">
                <a:solidFill>
                  <a:srgbClr val="FFFFFF"/>
                </a:solidFill>
                <a:latin typeface="Verdana"/>
                <a:cs typeface="Verdana"/>
              </a:rPr>
              <a:t>Ma</a:t>
            </a:r>
            <a:r>
              <a:rPr sz="4850" spc="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4850" spc="-5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4850" spc="125" dirty="0">
                <a:solidFill>
                  <a:srgbClr val="FFFFFF"/>
                </a:solidFill>
                <a:latin typeface="Verdana"/>
                <a:cs typeface="Verdana"/>
              </a:rPr>
              <a:t>eting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-125" dirty="0">
                <a:solidFill>
                  <a:srgbClr val="FFFFFF"/>
                </a:solidFill>
                <a:latin typeface="Verdana"/>
                <a:cs typeface="Verdana"/>
              </a:rPr>
              <a:t>St</a:t>
            </a:r>
            <a:r>
              <a:rPr sz="4850" spc="-3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4850" spc="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4850" spc="-8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4850" spc="45" dirty="0">
                <a:solidFill>
                  <a:srgbClr val="FFFFFF"/>
                </a:solidFill>
                <a:latin typeface="Verdana"/>
                <a:cs typeface="Verdana"/>
              </a:rPr>
              <a:t>egies  </a:t>
            </a:r>
            <a:r>
              <a:rPr sz="48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4850" spc="80" dirty="0">
                <a:solidFill>
                  <a:srgbClr val="FFFFFF"/>
                </a:solidFill>
                <a:latin typeface="Verdana"/>
                <a:cs typeface="Verdana"/>
              </a:rPr>
              <a:t>ompetiti</a:t>
            </a:r>
            <a:r>
              <a:rPr sz="4850" spc="2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4850" spc="5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4850" spc="-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1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4850" spc="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4850" spc="-5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4850" spc="95" dirty="0">
                <a:solidFill>
                  <a:srgbClr val="FFFFFF"/>
                </a:solidFill>
                <a:latin typeface="Verdana"/>
                <a:cs typeface="Verdana"/>
              </a:rPr>
              <a:t>antage</a:t>
            </a:r>
            <a:endParaRPr sz="4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sz="4850" spc="70" dirty="0">
                <a:solidFill>
                  <a:srgbClr val="FFFFFF"/>
                </a:solidFill>
                <a:latin typeface="Verdana"/>
                <a:cs typeface="Verdana"/>
              </a:rPr>
              <a:t>Forecasting</a:t>
            </a:r>
            <a:r>
              <a:rPr sz="485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1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485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60" dirty="0">
                <a:solidFill>
                  <a:srgbClr val="FFFFFF"/>
                </a:solidFill>
                <a:latin typeface="Verdana"/>
                <a:cs typeface="Verdana"/>
              </a:rPr>
              <a:t>Predictive</a:t>
            </a:r>
            <a:r>
              <a:rPr sz="485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850" spc="-3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endParaRPr sz="4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9277" y="4365421"/>
            <a:ext cx="70275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240" dirty="0">
                <a:latin typeface="Verdana"/>
                <a:cs typeface="Verdana"/>
              </a:rPr>
              <a:t>THANK</a:t>
            </a:r>
            <a:r>
              <a:rPr sz="9000" spc="-810" dirty="0">
                <a:latin typeface="Verdana"/>
                <a:cs typeface="Verdana"/>
              </a:rPr>
              <a:t> </a:t>
            </a:r>
            <a:r>
              <a:rPr sz="9000" spc="-95" dirty="0">
                <a:latin typeface="Verdana"/>
                <a:cs typeface="Verdana"/>
              </a:rPr>
              <a:t>Y</a:t>
            </a:r>
            <a:r>
              <a:rPr sz="9000" spc="500" dirty="0">
                <a:latin typeface="Verdana"/>
                <a:cs typeface="Verdana"/>
              </a:rPr>
              <a:t>OU</a:t>
            </a:r>
            <a:endParaRPr sz="9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460</Words>
  <Application>Microsoft Office PowerPoint</Application>
  <PresentationFormat>Custom</PresentationFormat>
  <Paragraphs>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Bitter Bold</vt:lpstr>
      <vt:lpstr>Calibri</vt:lpstr>
      <vt:lpstr>Cambria</vt:lpstr>
      <vt:lpstr>Palatino Linotype</vt:lpstr>
      <vt:lpstr>Verdana</vt:lpstr>
      <vt:lpstr>Office Theme</vt:lpstr>
      <vt:lpstr>PowerPoint Presentation</vt:lpstr>
      <vt:lpstr>Training objectives</vt:lpstr>
      <vt:lpstr>Architecture diagram</vt:lpstr>
      <vt:lpstr>Training Modules List</vt:lpstr>
      <vt:lpstr>Modules Description</vt:lpstr>
      <vt:lpstr>Data Analysis Techniques</vt:lpstr>
      <vt:lpstr>Customer Behavior Analysis</vt:lpstr>
      <vt:lpstr>Predictive Analytics and Forecasting</vt:lpstr>
      <vt:lpstr>Optimization and Decision-Making</vt:lpstr>
      <vt:lpstr>Practical Applications and Case Studies</vt:lpstr>
      <vt:lpstr>Reporting and Communication</vt:lpstr>
      <vt:lpstr>INPUT</vt:lpstr>
      <vt:lpstr>Month-wise line and point graph</vt:lpstr>
      <vt:lpstr>MONTH WISE MOUNT GRAPH</vt:lpstr>
      <vt:lpstr>Outcomes of training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vigneshwar.c</dc:creator>
  <cp:lastModifiedBy>VIGNESHWAR</cp:lastModifiedBy>
  <cp:revision>1</cp:revision>
  <dcterms:created xsi:type="dcterms:W3CDTF">2024-05-24T18:16:41Z</dcterms:created>
  <dcterms:modified xsi:type="dcterms:W3CDTF">2024-05-25T04:47:49Z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2024-05-24T00:00:00Z</vt:filetime>
  </property>
</Properties>
</file>